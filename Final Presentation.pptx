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80" d="100"/>
          <a:sy n="80" d="100"/>
        </p:scale>
        <p:origin x="782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0D9D9C-8E55-44F1-BAA7-896C43AE16A9}" type="doc">
      <dgm:prSet loTypeId="urn:microsoft.com/office/officeart/2009/3/layout/PieProcess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ADDEF84-465A-469B-AE12-CF1AF660680F}">
      <dgm:prSet phldrT="[Text]"/>
      <dgm:spPr/>
      <dgm:t>
        <a:bodyPr/>
        <a:lstStyle/>
        <a:p>
          <a:r>
            <a:rPr lang="en-US" dirty="0" smtClean="0"/>
            <a:t>Checking Missing Values</a:t>
          </a:r>
          <a:endParaRPr lang="en-US" dirty="0"/>
        </a:p>
      </dgm:t>
    </dgm:pt>
    <dgm:pt modelId="{8A39121B-119C-4022-AD2B-E8E4A7AF6027}" type="parTrans" cxnId="{131DEB93-161B-4087-8C72-352F1BA17847}">
      <dgm:prSet/>
      <dgm:spPr/>
      <dgm:t>
        <a:bodyPr/>
        <a:lstStyle/>
        <a:p>
          <a:endParaRPr lang="en-US"/>
        </a:p>
      </dgm:t>
    </dgm:pt>
    <dgm:pt modelId="{FA694258-AEFB-4B23-B22F-AA02019ACF77}" type="sibTrans" cxnId="{131DEB93-161B-4087-8C72-352F1BA17847}">
      <dgm:prSet/>
      <dgm:spPr/>
      <dgm:t>
        <a:bodyPr/>
        <a:lstStyle/>
        <a:p>
          <a:endParaRPr lang="en-US"/>
        </a:p>
      </dgm:t>
    </dgm:pt>
    <dgm:pt modelId="{DD3983B2-CCE0-4C40-B5B5-557650AF362A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No Missing Values in the Games Dataset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C59F8BF-A15C-43FD-B6C0-25F669DA6670}" type="parTrans" cxnId="{0EF4AC2C-D222-438C-98F5-C7F9A114E75C}">
      <dgm:prSet/>
      <dgm:spPr/>
      <dgm:t>
        <a:bodyPr/>
        <a:lstStyle/>
        <a:p>
          <a:endParaRPr lang="en-US"/>
        </a:p>
      </dgm:t>
    </dgm:pt>
    <dgm:pt modelId="{B6948A14-ED62-4587-AC2E-69D0808E0D01}" type="sibTrans" cxnId="{0EF4AC2C-D222-438C-98F5-C7F9A114E75C}">
      <dgm:prSet/>
      <dgm:spPr/>
      <dgm:t>
        <a:bodyPr/>
        <a:lstStyle/>
        <a:p>
          <a:endParaRPr lang="en-US"/>
        </a:p>
      </dgm:t>
    </dgm:pt>
    <dgm:pt modelId="{E4B776F7-E6CF-4D44-B6A7-634EE60D5BF0}">
      <dgm:prSet phldrT="[Text]"/>
      <dgm:spPr/>
      <dgm:t>
        <a:bodyPr/>
        <a:lstStyle/>
        <a:p>
          <a:r>
            <a:rPr lang="en-US" dirty="0" smtClean="0"/>
            <a:t>Checking Duplicates </a:t>
          </a:r>
          <a:endParaRPr lang="en-US" dirty="0"/>
        </a:p>
      </dgm:t>
    </dgm:pt>
    <dgm:pt modelId="{6E269B69-3A3E-403D-BA69-2D17944E6956}" type="parTrans" cxnId="{822EBFC9-8EC3-4664-807F-763F37206EB0}">
      <dgm:prSet/>
      <dgm:spPr/>
      <dgm:t>
        <a:bodyPr/>
        <a:lstStyle/>
        <a:p>
          <a:endParaRPr lang="en-US"/>
        </a:p>
      </dgm:t>
    </dgm:pt>
    <dgm:pt modelId="{E31D8CD8-F53D-4FF9-9A29-4B73817B6CAB}" type="sibTrans" cxnId="{822EBFC9-8EC3-4664-807F-763F37206EB0}">
      <dgm:prSet/>
      <dgm:spPr/>
      <dgm:t>
        <a:bodyPr/>
        <a:lstStyle/>
        <a:p>
          <a:endParaRPr lang="en-US"/>
        </a:p>
      </dgm:t>
    </dgm:pt>
    <dgm:pt modelId="{3FDEE9E7-42B9-42FD-8082-8FFF8CDAB00E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No Duplicates were found in the Games Dataset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DBF1A505-7E75-468F-83A4-AC13F05C8D8B}" type="parTrans" cxnId="{2362E513-41BA-4899-8DBB-8352666BD710}">
      <dgm:prSet/>
      <dgm:spPr/>
      <dgm:t>
        <a:bodyPr/>
        <a:lstStyle/>
        <a:p>
          <a:endParaRPr lang="en-US"/>
        </a:p>
      </dgm:t>
    </dgm:pt>
    <dgm:pt modelId="{9DE3237A-9672-491C-8A03-9B54313667BF}" type="sibTrans" cxnId="{2362E513-41BA-4899-8DBB-8352666BD710}">
      <dgm:prSet/>
      <dgm:spPr/>
      <dgm:t>
        <a:bodyPr/>
        <a:lstStyle/>
        <a:p>
          <a:endParaRPr lang="en-US"/>
        </a:p>
      </dgm:t>
    </dgm:pt>
    <dgm:pt modelId="{0B837632-1894-4FCA-90F6-D137D7BCD00B}">
      <dgm:prSet phldrT="[Text]"/>
      <dgm:spPr/>
      <dgm:t>
        <a:bodyPr/>
        <a:lstStyle/>
        <a:p>
          <a:r>
            <a:rPr lang="en-US" dirty="0" smtClean="0"/>
            <a:t>Checking and Transforming Outliers</a:t>
          </a:r>
          <a:endParaRPr lang="en-US" dirty="0"/>
        </a:p>
      </dgm:t>
    </dgm:pt>
    <dgm:pt modelId="{20D10001-B8E7-4F89-863F-087F0FF6F470}" type="parTrans" cxnId="{C402C52E-7989-4903-843E-990C15691298}">
      <dgm:prSet/>
      <dgm:spPr/>
      <dgm:t>
        <a:bodyPr/>
        <a:lstStyle/>
        <a:p>
          <a:endParaRPr lang="en-US"/>
        </a:p>
      </dgm:t>
    </dgm:pt>
    <dgm:pt modelId="{7436620E-1753-407D-8FFA-57540BA6C617}" type="sibTrans" cxnId="{C402C52E-7989-4903-843E-990C15691298}">
      <dgm:prSet/>
      <dgm:spPr/>
      <dgm:t>
        <a:bodyPr/>
        <a:lstStyle/>
        <a:p>
          <a:endParaRPr lang="en-US"/>
        </a:p>
      </dgm:t>
    </dgm:pt>
    <dgm:pt modelId="{EDA5E44D-4390-4F2E-AAFF-015A725185FF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Multiple Outliers found in the Games Dataset.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D3F99577-FE5B-4C54-A525-AB3E83E8A203}" type="parTrans" cxnId="{6DA5D5DA-1649-404F-B2B2-907950A7F47E}">
      <dgm:prSet/>
      <dgm:spPr/>
      <dgm:t>
        <a:bodyPr/>
        <a:lstStyle/>
        <a:p>
          <a:endParaRPr lang="en-US"/>
        </a:p>
      </dgm:t>
    </dgm:pt>
    <dgm:pt modelId="{B8C173C7-3B93-41FD-8533-8B32B8EBB834}" type="sibTrans" cxnId="{6DA5D5DA-1649-404F-B2B2-907950A7F47E}">
      <dgm:prSet/>
      <dgm:spPr/>
      <dgm:t>
        <a:bodyPr/>
        <a:lstStyle/>
        <a:p>
          <a:endParaRPr lang="en-US"/>
        </a:p>
      </dgm:t>
    </dgm:pt>
    <dgm:pt modelId="{4F87F431-1918-4E75-87CF-49CC509EC811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All Outliers were Right Skewed.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EB8ECB99-7355-4EB1-8368-6E5D8BF9F958}" type="parTrans" cxnId="{16857CA2-CCF6-4F31-9037-760E1469A80C}">
      <dgm:prSet/>
      <dgm:spPr/>
      <dgm:t>
        <a:bodyPr/>
        <a:lstStyle/>
        <a:p>
          <a:endParaRPr lang="en-US"/>
        </a:p>
      </dgm:t>
    </dgm:pt>
    <dgm:pt modelId="{854AD0E3-1876-408A-AFB9-BFB96C74F0FD}" type="sibTrans" cxnId="{16857CA2-CCF6-4F31-9037-760E1469A80C}">
      <dgm:prSet/>
      <dgm:spPr/>
      <dgm:t>
        <a:bodyPr/>
        <a:lstStyle/>
        <a:p>
          <a:endParaRPr lang="en-US"/>
        </a:p>
      </dgm:t>
    </dgm:pt>
    <dgm:pt modelId="{8747652F-4181-4A3D-8167-52FE7819723E}">
      <dgm:prSet phldrT="[Text]" custT="1"/>
      <dgm:spPr/>
      <dgm:t>
        <a:bodyPr/>
        <a:lstStyle/>
        <a:p>
          <a:pPr>
            <a:lnSpc>
              <a:spcPct val="150000"/>
            </a:lnSpc>
            <a:spcAft>
              <a:spcPts val="0"/>
            </a:spcAft>
          </a:pPr>
          <a:r>
            <a: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Instead of Deletion. Apply Log Transformation and Capping.</a:t>
          </a:r>
          <a:endParaRPr lang="en-US" sz="16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5B64BAE-F49A-4B9D-9FCA-01F27AC8C9CB}" type="parTrans" cxnId="{8B2E0162-C2D5-4AA5-BC5D-705A3C87CB2E}">
      <dgm:prSet/>
      <dgm:spPr/>
      <dgm:t>
        <a:bodyPr/>
        <a:lstStyle/>
        <a:p>
          <a:endParaRPr lang="en-US"/>
        </a:p>
      </dgm:t>
    </dgm:pt>
    <dgm:pt modelId="{572F722B-5F29-4184-B660-068277EF4EB2}" type="sibTrans" cxnId="{8B2E0162-C2D5-4AA5-BC5D-705A3C87CB2E}">
      <dgm:prSet/>
      <dgm:spPr/>
      <dgm:t>
        <a:bodyPr/>
        <a:lstStyle/>
        <a:p>
          <a:endParaRPr lang="en-US"/>
        </a:p>
      </dgm:t>
    </dgm:pt>
    <dgm:pt modelId="{57ECA2FF-3C47-460F-BFF8-619EB498F40B}" type="pres">
      <dgm:prSet presAssocID="{6E0D9D9C-8E55-44F1-BAA7-896C43AE16A9}" presName="Name0" presStyleCnt="0">
        <dgm:presLayoutVars>
          <dgm:chMax val="7"/>
          <dgm:chPref val="7"/>
          <dgm:dir/>
          <dgm:animOne val="branch"/>
          <dgm:animLvl val="lvl"/>
        </dgm:presLayoutVars>
      </dgm:prSet>
      <dgm:spPr/>
    </dgm:pt>
    <dgm:pt modelId="{DEE2D638-0CC6-4C68-8664-2914F0C5F018}" type="pres">
      <dgm:prSet presAssocID="{EADDEF84-465A-469B-AE12-CF1AF660680F}" presName="ParentComposite" presStyleCnt="0"/>
      <dgm:spPr/>
    </dgm:pt>
    <dgm:pt modelId="{6EE121A7-30C2-4993-9520-69D196B0F348}" type="pres">
      <dgm:prSet presAssocID="{EADDEF84-465A-469B-AE12-CF1AF660680F}" presName="Chord" presStyleLbl="bgShp" presStyleIdx="0" presStyleCnt="3"/>
      <dgm:spPr/>
    </dgm:pt>
    <dgm:pt modelId="{D3C2DA39-90B5-4714-A521-BDE75D520EA7}" type="pres">
      <dgm:prSet presAssocID="{EADDEF84-465A-469B-AE12-CF1AF660680F}" presName="Pie" presStyleLbl="alignNode1" presStyleIdx="0" presStyleCnt="3"/>
      <dgm:spPr/>
    </dgm:pt>
    <dgm:pt modelId="{382450F0-2E25-4A86-B3A0-3FD2B8F1F567}" type="pres">
      <dgm:prSet presAssocID="{EADDEF84-465A-469B-AE12-CF1AF660680F}" presName="Parent" presStyleLbl="revTx" presStyleIdx="0" presStyleCnt="6">
        <dgm:presLayoutVars>
          <dgm:chMax val="1"/>
          <dgm:chPref val="1"/>
          <dgm:bulletEnabled val="1"/>
        </dgm:presLayoutVars>
      </dgm:prSet>
      <dgm:spPr/>
    </dgm:pt>
    <dgm:pt modelId="{03ED16B1-9EE9-4D5A-96B3-964FFBCF2E66}" type="pres">
      <dgm:prSet presAssocID="{B6948A14-ED62-4587-AC2E-69D0808E0D01}" presName="negSibTrans" presStyleCnt="0"/>
      <dgm:spPr/>
    </dgm:pt>
    <dgm:pt modelId="{74E90077-DF8F-4177-A692-B3BB1B862391}" type="pres">
      <dgm:prSet presAssocID="{EADDEF84-465A-469B-AE12-CF1AF660680F}" presName="composite" presStyleCnt="0"/>
      <dgm:spPr/>
    </dgm:pt>
    <dgm:pt modelId="{B7690194-DAEB-4E5B-AB7C-DB67A7ED3818}" type="pres">
      <dgm:prSet presAssocID="{EADDEF84-465A-469B-AE12-CF1AF660680F}" presName="Child" presStyleLbl="revTx" presStyleIdx="1" presStyleCnt="6" custScaleX="136789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E269D29-7759-4F08-A13E-55DFCB4BACA1}" type="pres">
      <dgm:prSet presAssocID="{FA694258-AEFB-4B23-B22F-AA02019ACF77}" presName="sibTrans" presStyleCnt="0"/>
      <dgm:spPr/>
    </dgm:pt>
    <dgm:pt modelId="{3F672099-C353-4898-9A36-AB7C90D9AA17}" type="pres">
      <dgm:prSet presAssocID="{E4B776F7-E6CF-4D44-B6A7-634EE60D5BF0}" presName="ParentComposite" presStyleCnt="0"/>
      <dgm:spPr/>
    </dgm:pt>
    <dgm:pt modelId="{30EAA591-B7CD-4A8B-BD22-626870803BC0}" type="pres">
      <dgm:prSet presAssocID="{E4B776F7-E6CF-4D44-B6A7-634EE60D5BF0}" presName="Chord" presStyleLbl="bgShp" presStyleIdx="1" presStyleCnt="3" custLinFactNeighborX="-8657" custLinFactNeighborY="-1574"/>
      <dgm:spPr/>
    </dgm:pt>
    <dgm:pt modelId="{F568569A-B650-407A-BCB5-DE1BA238882C}" type="pres">
      <dgm:prSet presAssocID="{E4B776F7-E6CF-4D44-B6A7-634EE60D5BF0}" presName="Pie" presStyleLbl="alignNode1" presStyleIdx="1" presStyleCnt="3" custLinFactNeighborX="-59035"/>
      <dgm:spPr/>
    </dgm:pt>
    <dgm:pt modelId="{821D1612-9A0C-4470-8060-04AC6DFEA511}" type="pres">
      <dgm:prSet presAssocID="{E4B776F7-E6CF-4D44-B6A7-634EE60D5BF0}" presName="Parent" presStyleLbl="revTx" presStyleIdx="2" presStyleCnt="6" custLinFactNeighborX="-69531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9F284C5-9B1A-4D32-8F09-8E29F7A16888}" type="pres">
      <dgm:prSet presAssocID="{9DE3237A-9672-491C-8A03-9B54313667BF}" presName="negSibTrans" presStyleCnt="0"/>
      <dgm:spPr/>
    </dgm:pt>
    <dgm:pt modelId="{AEEA4261-22EB-45F2-A132-773ED9E11623}" type="pres">
      <dgm:prSet presAssocID="{E4B776F7-E6CF-4D44-B6A7-634EE60D5BF0}" presName="composite" presStyleCnt="0"/>
      <dgm:spPr/>
    </dgm:pt>
    <dgm:pt modelId="{9E76B566-1070-40F7-95F6-38CFF576C21E}" type="pres">
      <dgm:prSet presAssocID="{E4B776F7-E6CF-4D44-B6A7-634EE60D5BF0}" presName="Child" presStyleLbl="revTx" presStyleIdx="3" presStyleCnt="6" custLinFactNeighborX="-2735" custLinFactNeighborY="1180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CD06ED8-E8A2-470E-A8FD-904E03969012}" type="pres">
      <dgm:prSet presAssocID="{E31D8CD8-F53D-4FF9-9A29-4B73817B6CAB}" presName="sibTrans" presStyleCnt="0"/>
      <dgm:spPr/>
    </dgm:pt>
    <dgm:pt modelId="{A3994565-7A0F-430B-9FEF-F7D6427747E9}" type="pres">
      <dgm:prSet presAssocID="{0B837632-1894-4FCA-90F6-D137D7BCD00B}" presName="ParentComposite" presStyleCnt="0"/>
      <dgm:spPr/>
    </dgm:pt>
    <dgm:pt modelId="{51A5445F-4E32-471F-849F-F50444087DA5}" type="pres">
      <dgm:prSet presAssocID="{0B837632-1894-4FCA-90F6-D137D7BCD00B}" presName="Chord" presStyleLbl="bgShp" presStyleIdx="2" presStyleCnt="3" custLinFactNeighborX="-7083"/>
      <dgm:spPr/>
    </dgm:pt>
    <dgm:pt modelId="{A93232D6-090A-4D2A-A6A6-76A003C87711}" type="pres">
      <dgm:prSet presAssocID="{0B837632-1894-4FCA-90F6-D137D7BCD00B}" presName="Pie" presStyleLbl="alignNode1" presStyleIdx="2" presStyleCnt="3" custLinFactNeighborX="-8887" custLinFactNeighborY="-4593"/>
      <dgm:spPr/>
    </dgm:pt>
    <dgm:pt modelId="{AD0AB4B1-9B1B-4DF2-A437-8F568DA3FCC8}" type="pres">
      <dgm:prSet presAssocID="{0B837632-1894-4FCA-90F6-D137D7BCD00B}" presName="Parent" presStyleLbl="revTx" presStyleIdx="4" presStyleCnt="6" custLinFactNeighborX="-4584" custLinFactNeighborY="-1371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587D008-F0EA-4B61-8DA3-8235CFA589F5}" type="pres">
      <dgm:prSet presAssocID="{B8C173C7-3B93-41FD-8533-8B32B8EBB834}" presName="negSibTrans" presStyleCnt="0"/>
      <dgm:spPr/>
    </dgm:pt>
    <dgm:pt modelId="{E9ED8854-AB70-47FC-B715-6D94830D4252}" type="pres">
      <dgm:prSet presAssocID="{0B837632-1894-4FCA-90F6-D137D7BCD00B}" presName="composite" presStyleCnt="0"/>
      <dgm:spPr/>
    </dgm:pt>
    <dgm:pt modelId="{A6AC1F14-A500-47A1-BFCF-540BB4584AA2}" type="pres">
      <dgm:prSet presAssocID="{0B837632-1894-4FCA-90F6-D137D7BCD00B}" presName="Child" presStyleLbl="revTx" presStyleIdx="5" presStyleCnt="6" custLinFactNeighborX="-3932" custLinFactNeighborY="56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131DEB93-161B-4087-8C72-352F1BA17847}" srcId="{6E0D9D9C-8E55-44F1-BAA7-896C43AE16A9}" destId="{EADDEF84-465A-469B-AE12-CF1AF660680F}" srcOrd="0" destOrd="0" parTransId="{8A39121B-119C-4022-AD2B-E8E4A7AF6027}" sibTransId="{FA694258-AEFB-4B23-B22F-AA02019ACF77}"/>
    <dgm:cxn modelId="{8E1A0694-CA78-40F9-9C7A-412DD05A614B}" type="presOf" srcId="{8747652F-4181-4A3D-8167-52FE7819723E}" destId="{A6AC1F14-A500-47A1-BFCF-540BB4584AA2}" srcOrd="0" destOrd="2" presId="urn:microsoft.com/office/officeart/2009/3/layout/PieProcess"/>
    <dgm:cxn modelId="{A58A79D4-F477-46E6-99EC-D121CD4B414B}" type="presOf" srcId="{DD3983B2-CCE0-4C40-B5B5-557650AF362A}" destId="{B7690194-DAEB-4E5B-AB7C-DB67A7ED3818}" srcOrd="0" destOrd="0" presId="urn:microsoft.com/office/officeart/2009/3/layout/PieProcess"/>
    <dgm:cxn modelId="{2362E513-41BA-4899-8DBB-8352666BD710}" srcId="{E4B776F7-E6CF-4D44-B6A7-634EE60D5BF0}" destId="{3FDEE9E7-42B9-42FD-8082-8FFF8CDAB00E}" srcOrd="0" destOrd="0" parTransId="{DBF1A505-7E75-468F-83A4-AC13F05C8D8B}" sibTransId="{9DE3237A-9672-491C-8A03-9B54313667BF}"/>
    <dgm:cxn modelId="{822EBFC9-8EC3-4664-807F-763F37206EB0}" srcId="{6E0D9D9C-8E55-44F1-BAA7-896C43AE16A9}" destId="{E4B776F7-E6CF-4D44-B6A7-634EE60D5BF0}" srcOrd="1" destOrd="0" parTransId="{6E269B69-3A3E-403D-BA69-2D17944E6956}" sibTransId="{E31D8CD8-F53D-4FF9-9A29-4B73817B6CAB}"/>
    <dgm:cxn modelId="{637F73CA-82DA-4FAD-B741-2A93B9777AE3}" type="presOf" srcId="{EADDEF84-465A-469B-AE12-CF1AF660680F}" destId="{382450F0-2E25-4A86-B3A0-3FD2B8F1F567}" srcOrd="0" destOrd="0" presId="urn:microsoft.com/office/officeart/2009/3/layout/PieProcess"/>
    <dgm:cxn modelId="{6DA5D5DA-1649-404F-B2B2-907950A7F47E}" srcId="{0B837632-1894-4FCA-90F6-D137D7BCD00B}" destId="{EDA5E44D-4390-4F2E-AAFF-015A725185FF}" srcOrd="0" destOrd="0" parTransId="{D3F99577-FE5B-4C54-A525-AB3E83E8A203}" sibTransId="{B8C173C7-3B93-41FD-8533-8B32B8EBB834}"/>
    <dgm:cxn modelId="{B1ADBD87-447D-41AC-8CFF-E693D58B32E6}" type="presOf" srcId="{EDA5E44D-4390-4F2E-AAFF-015A725185FF}" destId="{A6AC1F14-A500-47A1-BFCF-540BB4584AA2}" srcOrd="0" destOrd="0" presId="urn:microsoft.com/office/officeart/2009/3/layout/PieProcess"/>
    <dgm:cxn modelId="{8B2E0162-C2D5-4AA5-BC5D-705A3C87CB2E}" srcId="{0B837632-1894-4FCA-90F6-D137D7BCD00B}" destId="{8747652F-4181-4A3D-8167-52FE7819723E}" srcOrd="2" destOrd="0" parTransId="{85B64BAE-F49A-4B9D-9FCA-01F27AC8C9CB}" sibTransId="{572F722B-5F29-4184-B660-068277EF4EB2}"/>
    <dgm:cxn modelId="{359A4468-0FB4-48C9-9150-0CFCD9926D9E}" type="presOf" srcId="{E4B776F7-E6CF-4D44-B6A7-634EE60D5BF0}" destId="{821D1612-9A0C-4470-8060-04AC6DFEA511}" srcOrd="0" destOrd="0" presId="urn:microsoft.com/office/officeart/2009/3/layout/PieProcess"/>
    <dgm:cxn modelId="{C402C52E-7989-4903-843E-990C15691298}" srcId="{6E0D9D9C-8E55-44F1-BAA7-896C43AE16A9}" destId="{0B837632-1894-4FCA-90F6-D137D7BCD00B}" srcOrd="2" destOrd="0" parTransId="{20D10001-B8E7-4F89-863F-087F0FF6F470}" sibTransId="{7436620E-1753-407D-8FFA-57540BA6C617}"/>
    <dgm:cxn modelId="{80C127A8-67A6-467A-AEFF-2228BD3096B5}" type="presOf" srcId="{4F87F431-1918-4E75-87CF-49CC509EC811}" destId="{A6AC1F14-A500-47A1-BFCF-540BB4584AA2}" srcOrd="0" destOrd="1" presId="urn:microsoft.com/office/officeart/2009/3/layout/PieProcess"/>
    <dgm:cxn modelId="{16857CA2-CCF6-4F31-9037-760E1469A80C}" srcId="{0B837632-1894-4FCA-90F6-D137D7BCD00B}" destId="{4F87F431-1918-4E75-87CF-49CC509EC811}" srcOrd="1" destOrd="0" parTransId="{EB8ECB99-7355-4EB1-8368-6E5D8BF9F958}" sibTransId="{854AD0E3-1876-408A-AFB9-BFB96C74F0FD}"/>
    <dgm:cxn modelId="{0EF4AC2C-D222-438C-98F5-C7F9A114E75C}" srcId="{EADDEF84-465A-469B-AE12-CF1AF660680F}" destId="{DD3983B2-CCE0-4C40-B5B5-557650AF362A}" srcOrd="0" destOrd="0" parTransId="{8C59F8BF-A15C-43FD-B6C0-25F669DA6670}" sibTransId="{B6948A14-ED62-4587-AC2E-69D0808E0D01}"/>
    <dgm:cxn modelId="{32614D8E-3DED-4BC4-A17F-BEF23FC9BE4B}" type="presOf" srcId="{0B837632-1894-4FCA-90F6-D137D7BCD00B}" destId="{AD0AB4B1-9B1B-4DF2-A437-8F568DA3FCC8}" srcOrd="0" destOrd="0" presId="urn:microsoft.com/office/officeart/2009/3/layout/PieProcess"/>
    <dgm:cxn modelId="{68C395D2-877B-4AB6-AE3F-2FE631F46E11}" type="presOf" srcId="{6E0D9D9C-8E55-44F1-BAA7-896C43AE16A9}" destId="{57ECA2FF-3C47-460F-BFF8-619EB498F40B}" srcOrd="0" destOrd="0" presId="urn:microsoft.com/office/officeart/2009/3/layout/PieProcess"/>
    <dgm:cxn modelId="{520278E8-0DEA-41F5-8043-E96C8F88A769}" type="presOf" srcId="{3FDEE9E7-42B9-42FD-8082-8FFF8CDAB00E}" destId="{9E76B566-1070-40F7-95F6-38CFF576C21E}" srcOrd="0" destOrd="0" presId="urn:microsoft.com/office/officeart/2009/3/layout/PieProcess"/>
    <dgm:cxn modelId="{AE1376D5-2ECB-4DB9-842C-4D15C1528F57}" type="presParOf" srcId="{57ECA2FF-3C47-460F-BFF8-619EB498F40B}" destId="{DEE2D638-0CC6-4C68-8664-2914F0C5F018}" srcOrd="0" destOrd="0" presId="urn:microsoft.com/office/officeart/2009/3/layout/PieProcess"/>
    <dgm:cxn modelId="{077996C6-5BAF-4921-8029-4BCFE07FC625}" type="presParOf" srcId="{DEE2D638-0CC6-4C68-8664-2914F0C5F018}" destId="{6EE121A7-30C2-4993-9520-69D196B0F348}" srcOrd="0" destOrd="0" presId="urn:microsoft.com/office/officeart/2009/3/layout/PieProcess"/>
    <dgm:cxn modelId="{FF50F25F-E4D6-4E35-95FE-6BC172648AFB}" type="presParOf" srcId="{DEE2D638-0CC6-4C68-8664-2914F0C5F018}" destId="{D3C2DA39-90B5-4714-A521-BDE75D520EA7}" srcOrd="1" destOrd="0" presId="urn:microsoft.com/office/officeart/2009/3/layout/PieProcess"/>
    <dgm:cxn modelId="{C8400594-9FF7-453C-9F51-EB223EAC5A57}" type="presParOf" srcId="{DEE2D638-0CC6-4C68-8664-2914F0C5F018}" destId="{382450F0-2E25-4A86-B3A0-3FD2B8F1F567}" srcOrd="2" destOrd="0" presId="urn:microsoft.com/office/officeart/2009/3/layout/PieProcess"/>
    <dgm:cxn modelId="{F521A966-233F-4984-AE8F-B1F750E58330}" type="presParOf" srcId="{57ECA2FF-3C47-460F-BFF8-619EB498F40B}" destId="{03ED16B1-9EE9-4D5A-96B3-964FFBCF2E66}" srcOrd="1" destOrd="0" presId="urn:microsoft.com/office/officeart/2009/3/layout/PieProcess"/>
    <dgm:cxn modelId="{C2DCD695-B516-40EA-AB09-6731AA15AA36}" type="presParOf" srcId="{57ECA2FF-3C47-460F-BFF8-619EB498F40B}" destId="{74E90077-DF8F-4177-A692-B3BB1B862391}" srcOrd="2" destOrd="0" presId="urn:microsoft.com/office/officeart/2009/3/layout/PieProcess"/>
    <dgm:cxn modelId="{5F371ABA-E222-44F1-AD81-BA44E6074A3B}" type="presParOf" srcId="{74E90077-DF8F-4177-A692-B3BB1B862391}" destId="{B7690194-DAEB-4E5B-AB7C-DB67A7ED3818}" srcOrd="0" destOrd="0" presId="urn:microsoft.com/office/officeart/2009/3/layout/PieProcess"/>
    <dgm:cxn modelId="{05C8F080-37C6-4A97-A6D3-480B71F48037}" type="presParOf" srcId="{57ECA2FF-3C47-460F-BFF8-619EB498F40B}" destId="{6E269D29-7759-4F08-A13E-55DFCB4BACA1}" srcOrd="3" destOrd="0" presId="urn:microsoft.com/office/officeart/2009/3/layout/PieProcess"/>
    <dgm:cxn modelId="{A92B6854-9B9A-4862-B3C8-E9C1746FF598}" type="presParOf" srcId="{57ECA2FF-3C47-460F-BFF8-619EB498F40B}" destId="{3F672099-C353-4898-9A36-AB7C90D9AA17}" srcOrd="4" destOrd="0" presId="urn:microsoft.com/office/officeart/2009/3/layout/PieProcess"/>
    <dgm:cxn modelId="{51A6711D-7DBD-4889-8D67-3E590E3BD915}" type="presParOf" srcId="{3F672099-C353-4898-9A36-AB7C90D9AA17}" destId="{30EAA591-B7CD-4A8B-BD22-626870803BC0}" srcOrd="0" destOrd="0" presId="urn:microsoft.com/office/officeart/2009/3/layout/PieProcess"/>
    <dgm:cxn modelId="{B72C567E-069C-44EC-8838-EC19DC7E2FEA}" type="presParOf" srcId="{3F672099-C353-4898-9A36-AB7C90D9AA17}" destId="{F568569A-B650-407A-BCB5-DE1BA238882C}" srcOrd="1" destOrd="0" presId="urn:microsoft.com/office/officeart/2009/3/layout/PieProcess"/>
    <dgm:cxn modelId="{9CA8B75A-9790-46A2-B7EB-6E0B34181595}" type="presParOf" srcId="{3F672099-C353-4898-9A36-AB7C90D9AA17}" destId="{821D1612-9A0C-4470-8060-04AC6DFEA511}" srcOrd="2" destOrd="0" presId="urn:microsoft.com/office/officeart/2009/3/layout/PieProcess"/>
    <dgm:cxn modelId="{0C798F6D-E54A-4639-A8FE-C2A7081B4868}" type="presParOf" srcId="{57ECA2FF-3C47-460F-BFF8-619EB498F40B}" destId="{F9F284C5-9B1A-4D32-8F09-8E29F7A16888}" srcOrd="5" destOrd="0" presId="urn:microsoft.com/office/officeart/2009/3/layout/PieProcess"/>
    <dgm:cxn modelId="{81BD24EA-1304-46A2-B105-4BDC31EFD201}" type="presParOf" srcId="{57ECA2FF-3C47-460F-BFF8-619EB498F40B}" destId="{AEEA4261-22EB-45F2-A132-773ED9E11623}" srcOrd="6" destOrd="0" presId="urn:microsoft.com/office/officeart/2009/3/layout/PieProcess"/>
    <dgm:cxn modelId="{3D5B44C2-56BB-4F09-BC00-3C1930436E00}" type="presParOf" srcId="{AEEA4261-22EB-45F2-A132-773ED9E11623}" destId="{9E76B566-1070-40F7-95F6-38CFF576C21E}" srcOrd="0" destOrd="0" presId="urn:microsoft.com/office/officeart/2009/3/layout/PieProcess"/>
    <dgm:cxn modelId="{E7815A61-1F90-4AB6-96D1-34B0AA794D77}" type="presParOf" srcId="{57ECA2FF-3C47-460F-BFF8-619EB498F40B}" destId="{9CD06ED8-E8A2-470E-A8FD-904E03969012}" srcOrd="7" destOrd="0" presId="urn:microsoft.com/office/officeart/2009/3/layout/PieProcess"/>
    <dgm:cxn modelId="{FD18623B-FF24-4E1F-857C-D71690F5256C}" type="presParOf" srcId="{57ECA2FF-3C47-460F-BFF8-619EB498F40B}" destId="{A3994565-7A0F-430B-9FEF-F7D6427747E9}" srcOrd="8" destOrd="0" presId="urn:microsoft.com/office/officeart/2009/3/layout/PieProcess"/>
    <dgm:cxn modelId="{D5B39A9A-A0EC-4C6C-B623-2CC734B25F66}" type="presParOf" srcId="{A3994565-7A0F-430B-9FEF-F7D6427747E9}" destId="{51A5445F-4E32-471F-849F-F50444087DA5}" srcOrd="0" destOrd="0" presId="urn:microsoft.com/office/officeart/2009/3/layout/PieProcess"/>
    <dgm:cxn modelId="{672864F9-18AE-4170-9820-9FB55022DFA6}" type="presParOf" srcId="{A3994565-7A0F-430B-9FEF-F7D6427747E9}" destId="{A93232D6-090A-4D2A-A6A6-76A003C87711}" srcOrd="1" destOrd="0" presId="urn:microsoft.com/office/officeart/2009/3/layout/PieProcess"/>
    <dgm:cxn modelId="{AC0B696D-00F0-405E-8C2C-A398AB4880B3}" type="presParOf" srcId="{A3994565-7A0F-430B-9FEF-F7D6427747E9}" destId="{AD0AB4B1-9B1B-4DF2-A437-8F568DA3FCC8}" srcOrd="2" destOrd="0" presId="urn:microsoft.com/office/officeart/2009/3/layout/PieProcess"/>
    <dgm:cxn modelId="{EC69CF46-7BE9-4353-BBEA-3CB096CD1E7F}" type="presParOf" srcId="{57ECA2FF-3C47-460F-BFF8-619EB498F40B}" destId="{3587D008-F0EA-4B61-8DA3-8235CFA589F5}" srcOrd="9" destOrd="0" presId="urn:microsoft.com/office/officeart/2009/3/layout/PieProcess"/>
    <dgm:cxn modelId="{DA4F6269-EBF5-46D2-B568-B4D67BB83AE0}" type="presParOf" srcId="{57ECA2FF-3C47-460F-BFF8-619EB498F40B}" destId="{E9ED8854-AB70-47FC-B715-6D94830D4252}" srcOrd="10" destOrd="0" presId="urn:microsoft.com/office/officeart/2009/3/layout/PieProcess"/>
    <dgm:cxn modelId="{1982F4E9-B129-4370-B6EE-9D87B508D648}" type="presParOf" srcId="{E9ED8854-AB70-47FC-B715-6D94830D4252}" destId="{A6AC1F14-A500-47A1-BFCF-540BB4584AA2}" srcOrd="0" destOrd="0" presId="urn:microsoft.com/office/officeart/2009/3/layout/Pi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E121A7-30C2-4993-9520-69D196B0F348}">
      <dsp:nvSpPr>
        <dsp:cNvPr id="0" name=""/>
        <dsp:cNvSpPr/>
      </dsp:nvSpPr>
      <dsp:spPr>
        <a:xfrm>
          <a:off x="1364" y="478399"/>
          <a:ext cx="1106626" cy="1106626"/>
        </a:xfrm>
        <a:prstGeom prst="chord">
          <a:avLst>
            <a:gd name="adj1" fmla="val 4800000"/>
            <a:gd name="adj2" fmla="val 1680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C2DA39-90B5-4714-A521-BDE75D520EA7}">
      <dsp:nvSpPr>
        <dsp:cNvPr id="0" name=""/>
        <dsp:cNvSpPr/>
      </dsp:nvSpPr>
      <dsp:spPr>
        <a:xfrm>
          <a:off x="112027" y="589061"/>
          <a:ext cx="885301" cy="885301"/>
        </a:xfrm>
        <a:prstGeom prst="pie">
          <a:avLst>
            <a:gd name="adj1" fmla="val 12600000"/>
            <a:gd name="adj2" fmla="val 1620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2450F0-2E25-4A86-B3A0-3FD2B8F1F567}">
      <dsp:nvSpPr>
        <dsp:cNvPr id="0" name=""/>
        <dsp:cNvSpPr/>
      </dsp:nvSpPr>
      <dsp:spPr>
        <a:xfrm rot="16200000">
          <a:off x="-1271255" y="2968308"/>
          <a:ext cx="3209216" cy="663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lvl="0" algn="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Checking Missing Values</a:t>
          </a:r>
          <a:endParaRPr lang="en-US" sz="2300" kern="1200" dirty="0"/>
        </a:p>
      </dsp:txBody>
      <dsp:txXfrm>
        <a:off x="-1271255" y="2968308"/>
        <a:ext cx="3209216" cy="663975"/>
      </dsp:txXfrm>
    </dsp:sp>
    <dsp:sp modelId="{B7690194-DAEB-4E5B-AB7C-DB67A7ED3818}">
      <dsp:nvSpPr>
        <dsp:cNvPr id="0" name=""/>
        <dsp:cNvSpPr/>
      </dsp:nvSpPr>
      <dsp:spPr>
        <a:xfrm>
          <a:off x="776003" y="478399"/>
          <a:ext cx="3027486" cy="4426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l" defTabSz="711200">
            <a:lnSpc>
              <a:spcPct val="150000"/>
            </a:lnSpc>
            <a:spcBef>
              <a:spcPct val="0"/>
            </a:spcBef>
            <a:spcAft>
              <a:spcPts val="0"/>
            </a:spcAft>
          </a:pPr>
          <a:r>
            <a:rPr lang="en-US" sz="16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No Missing Values in the Games Dataset</a:t>
          </a:r>
          <a:endParaRPr lang="en-US" sz="16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776003" y="478399"/>
        <a:ext cx="3027486" cy="4426505"/>
      </dsp:txXfrm>
    </dsp:sp>
    <dsp:sp modelId="{30EAA591-B7CD-4A8B-BD22-626870803BC0}">
      <dsp:nvSpPr>
        <dsp:cNvPr id="0" name=""/>
        <dsp:cNvSpPr/>
      </dsp:nvSpPr>
      <dsp:spPr>
        <a:xfrm>
          <a:off x="4075170" y="460980"/>
          <a:ext cx="1106626" cy="1106626"/>
        </a:xfrm>
        <a:prstGeom prst="chord">
          <a:avLst>
            <a:gd name="adj1" fmla="val 4800000"/>
            <a:gd name="adj2" fmla="val 1680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68569A-B650-407A-BCB5-DE1BA238882C}">
      <dsp:nvSpPr>
        <dsp:cNvPr id="0" name=""/>
        <dsp:cNvSpPr/>
      </dsp:nvSpPr>
      <dsp:spPr>
        <a:xfrm>
          <a:off x="3758996" y="589061"/>
          <a:ext cx="885301" cy="885301"/>
        </a:xfrm>
        <a:prstGeom prst="pie">
          <a:avLst>
            <a:gd name="adj1" fmla="val 9000000"/>
            <a:gd name="adj2" fmla="val 16200000"/>
          </a:avLst>
        </a:prstGeom>
        <a:solidFill>
          <a:schemeClr val="accent5">
            <a:hueOff val="-3676672"/>
            <a:satOff val="-5114"/>
            <a:lumOff val="-1961"/>
            <a:alphaOff val="0"/>
          </a:schemeClr>
        </a:solidFill>
        <a:ln w="12700" cap="flat" cmpd="sng" algn="ctr">
          <a:solidFill>
            <a:schemeClr val="accent5">
              <a:hueOff val="-3676672"/>
              <a:satOff val="-5114"/>
              <a:lumOff val="-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1D1612-9A0C-4470-8060-04AC6DFEA511}">
      <dsp:nvSpPr>
        <dsp:cNvPr id="0" name=""/>
        <dsp:cNvSpPr/>
      </dsp:nvSpPr>
      <dsp:spPr>
        <a:xfrm rot="16200000">
          <a:off x="2436681" y="2968308"/>
          <a:ext cx="3209216" cy="663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lvl="0" algn="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Checking Duplicates </a:t>
          </a:r>
          <a:endParaRPr lang="en-US" sz="2300" kern="1200" dirty="0"/>
        </a:p>
      </dsp:txBody>
      <dsp:txXfrm>
        <a:off x="2436681" y="2968308"/>
        <a:ext cx="3209216" cy="663975"/>
      </dsp:txXfrm>
    </dsp:sp>
    <dsp:sp modelId="{9E76B566-1070-40F7-95F6-38CFF576C21E}">
      <dsp:nvSpPr>
        <dsp:cNvPr id="0" name=""/>
        <dsp:cNvSpPr/>
      </dsp:nvSpPr>
      <dsp:spPr>
        <a:xfrm>
          <a:off x="4885077" y="530631"/>
          <a:ext cx="2213252" cy="4426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l" defTabSz="711200">
            <a:lnSpc>
              <a:spcPct val="150000"/>
            </a:lnSpc>
            <a:spcBef>
              <a:spcPct val="0"/>
            </a:spcBef>
            <a:spcAft>
              <a:spcPts val="0"/>
            </a:spcAft>
          </a:pPr>
          <a:r>
            <a:rPr lang="en-US" sz="16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No Duplicates were found in the Games Dataset</a:t>
          </a:r>
          <a:endParaRPr lang="en-US" sz="16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885077" y="530631"/>
        <a:ext cx="2213252" cy="4426505"/>
      </dsp:txXfrm>
    </dsp:sp>
    <dsp:sp modelId="{51A5445F-4E32-471F-849F-F50444087DA5}">
      <dsp:nvSpPr>
        <dsp:cNvPr id="0" name=""/>
        <dsp:cNvSpPr/>
      </dsp:nvSpPr>
      <dsp:spPr>
        <a:xfrm>
          <a:off x="7447961" y="478399"/>
          <a:ext cx="1106626" cy="1106626"/>
        </a:xfrm>
        <a:prstGeom prst="chord">
          <a:avLst>
            <a:gd name="adj1" fmla="val 4800000"/>
            <a:gd name="adj2" fmla="val 1680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3232D6-090A-4D2A-A6A6-76A003C87711}">
      <dsp:nvSpPr>
        <dsp:cNvPr id="0" name=""/>
        <dsp:cNvSpPr/>
      </dsp:nvSpPr>
      <dsp:spPr>
        <a:xfrm>
          <a:off x="7558329" y="548399"/>
          <a:ext cx="885301" cy="885301"/>
        </a:xfrm>
        <a:prstGeom prst="pie">
          <a:avLst>
            <a:gd name="adj1" fmla="val 5400000"/>
            <a:gd name="adj2" fmla="val 16200000"/>
          </a:avLst>
        </a:prstGeom>
        <a:solidFill>
          <a:schemeClr val="accent5">
            <a:hueOff val="-7353344"/>
            <a:satOff val="-10228"/>
            <a:lumOff val="-3922"/>
            <a:alphaOff val="0"/>
          </a:schemeClr>
        </a:solidFill>
        <a:ln w="1270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0AB4B1-9B1B-4DF2-A437-8F568DA3FCC8}">
      <dsp:nvSpPr>
        <dsp:cNvPr id="0" name=""/>
        <dsp:cNvSpPr/>
      </dsp:nvSpPr>
      <dsp:spPr>
        <a:xfrm rot="16200000">
          <a:off x="6223286" y="2924310"/>
          <a:ext cx="3209216" cy="663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b" anchorCtr="0">
          <a:noAutofit/>
        </a:bodyPr>
        <a:lstStyle/>
        <a:p>
          <a:pPr lvl="0" algn="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Checking and Transforming Outliers</a:t>
          </a:r>
          <a:endParaRPr lang="en-US" sz="2300" kern="1200" dirty="0"/>
        </a:p>
      </dsp:txBody>
      <dsp:txXfrm>
        <a:off x="6223286" y="2924310"/>
        <a:ext cx="3209216" cy="663975"/>
      </dsp:txXfrm>
    </dsp:sp>
    <dsp:sp modelId="{A6AC1F14-A500-47A1-BFCF-540BB4584AA2}">
      <dsp:nvSpPr>
        <dsp:cNvPr id="0" name=""/>
        <dsp:cNvSpPr/>
      </dsp:nvSpPr>
      <dsp:spPr>
        <a:xfrm>
          <a:off x="8213957" y="503364"/>
          <a:ext cx="2213252" cy="44265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lvl="0" algn="l" defTabSz="711200">
            <a:lnSpc>
              <a:spcPct val="150000"/>
            </a:lnSpc>
            <a:spcBef>
              <a:spcPct val="0"/>
            </a:spcBef>
            <a:spcAft>
              <a:spcPts val="0"/>
            </a:spcAft>
          </a:pPr>
          <a:r>
            <a:rPr lang="en-US" sz="16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Multiple Outliers found in the Games Dataset.</a:t>
          </a:r>
          <a:endParaRPr lang="en-US" sz="16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  <a:p>
          <a:pPr lvl="0" algn="l" defTabSz="711200">
            <a:lnSpc>
              <a:spcPct val="150000"/>
            </a:lnSpc>
            <a:spcBef>
              <a:spcPct val="0"/>
            </a:spcBef>
            <a:spcAft>
              <a:spcPts val="0"/>
            </a:spcAft>
          </a:pPr>
          <a:r>
            <a:rPr lang="en-US" sz="16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All Outliers were Right Skewed.</a:t>
          </a:r>
          <a:endParaRPr lang="en-US" sz="16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  <a:p>
          <a:pPr lvl="0" algn="l" defTabSz="711200">
            <a:lnSpc>
              <a:spcPct val="150000"/>
            </a:lnSpc>
            <a:spcBef>
              <a:spcPct val="0"/>
            </a:spcBef>
            <a:spcAft>
              <a:spcPts val="0"/>
            </a:spcAft>
          </a:pPr>
          <a:r>
            <a:rPr lang="en-US" sz="16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Instead of Deletion. Apply Log Transformation and Capping.</a:t>
          </a:r>
          <a:endParaRPr lang="en-US" sz="16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8213957" y="503364"/>
        <a:ext cx="2213252" cy="44265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PieProcess">
  <dgm:title val=""/>
  <dgm:desc val=""/>
  <dgm:catLst>
    <dgm:cat type="list" pri="8600"/>
    <dgm:cat type="process" pri="4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One val="branch"/>
      <dgm:animLvl val="lvl"/>
    </dgm:varLst>
    <dgm:choose name="Name1">
      <dgm:if name="Name2" func="var" arg="dir" op="equ" val="norm">
        <dgm:alg type="lin">
          <dgm:param type="linDir" val="fromL"/>
        </dgm:alg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val="65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w" for="ch" forName="ParentComposite" refType="w" fact="0.5"/>
      <dgm:constr type="h" for="ch" forName="ParentComposite" refType="h"/>
      <dgm:constr type="w" for="ch" forName="negSibTrans" refType="h" refFor="ch" refForName="composite" fact="-0.075"/>
      <dgm:constr type="w" for="ch" forName="sibTrans" refType="w" refFor="ch" refForName="composite" fact="0.0425"/>
    </dgm:constrLst>
    <dgm:forEach name="nodesForEach" axis="ch" ptType="node" cnt="7">
      <dgm:layoutNode name="ParentComposite">
        <dgm:alg type="composite">
          <dgm:param type="ar" val="0.25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Parent" refType="w" fact="0"/>
              <dgm:constr type="t" for="ch" forName="Parent" refType="h" fact="0.275"/>
              <dgm:constr type="w" for="ch" forName="Parent" refType="w" fact="0.6"/>
              <dgm:constr type="h" for="ch" forName="Parent" refType="h" fact="0.725"/>
              <dgm:constr type="l" for="ch" forName="Chord" refType="w" fact="0"/>
              <dgm:constr type="t" for="ch" forName="Chord" refType="h" fact="0"/>
              <dgm:constr type="w" for="ch" forName="Chord" refType="w"/>
              <dgm:constr type="h" for="ch" forName="Chord" refType="h" fact="0.25"/>
              <dgm:constr type="l" for="ch" forName="Pie" refType="w" fact="0.1"/>
              <dgm:constr type="t" for="ch" forName="Pie" refType="h" fact="0.025"/>
              <dgm:constr type="w" for="ch" forName="Pie" refType="w" fact="0.8"/>
              <dgm:constr type="h" for="ch" forName="Pie" refType="h" fact="0.2"/>
            </dgm:constrLst>
          </dgm:if>
          <dgm:else name="Name6">
            <dgm:constrLst>
              <dgm:constr type="r" for="ch" forName="Parent" refType="w"/>
              <dgm:constr type="t" for="ch" forName="Parent" refType="h" fact="0.275"/>
              <dgm:constr type="w" for="ch" forName="Parent" refType="w" fact="0.6"/>
              <dgm:constr type="h" for="ch" forName="Parent" refType="h" fact="0.725"/>
              <dgm:constr type="r" for="ch" forName="Chord" refType="w"/>
              <dgm:constr type="t" for="ch" forName="Chord" refType="h" fact="0"/>
              <dgm:constr type="w" for="ch" forName="Chord" refType="w"/>
              <dgm:constr type="h" for="ch" forName="Chord" refType="h" fact="0.25"/>
              <dgm:constr type="r" for="ch" forName="Pie" refType="w" fact="0.9"/>
              <dgm:constr type="t" for="ch" forName="Pie" refType="h" fact="0.025"/>
              <dgm:constr type="w" for="ch" forName="Pie" refType="w" fact="0.8"/>
              <dgm:constr type="h" for="ch" forName="Pie" refType="h" fact="0.2"/>
            </dgm:constrLst>
          </dgm:else>
        </dgm:choose>
        <dgm:layoutNode name="Chord" styleLbl="bgShp">
          <dgm:alg type="sp"/>
          <dgm:choose name="Name7">
            <dgm:if name="Name8" func="var" arg="dir" op="equ" val="norm">
              <dgm:shape xmlns:r="http://schemas.openxmlformats.org/officeDocument/2006/relationships" type="chord" r:blip="">
                <dgm:adjLst>
                  <dgm:adj idx="1" val="80"/>
                  <dgm:adj idx="2" val="-80"/>
                </dgm:adjLst>
              </dgm:shape>
            </dgm:if>
            <dgm:else name="Name9">
              <dgm:shape xmlns:r="http://schemas.openxmlformats.org/officeDocument/2006/relationships" rot="180" type="chord" r:blip="">
                <dgm:adjLst>
                  <dgm:adj idx="1" val="80"/>
                  <dgm:adj idx="2" val="-80"/>
                </dgm:adjLst>
              </dgm:shape>
            </dgm:else>
          </dgm:choose>
          <dgm:presOf/>
        </dgm:layoutNode>
        <dgm:layoutNode name="Pie" styleLbl="alignNode1">
          <dgm:alg type="sp"/>
          <dgm:choose name="Name10">
            <dgm:if name="Name11" func="var" arg="dir" op="equ" val="norm">
              <dgm:choose name="Name12">
                <dgm:if name="Name13" axis="precedSib" ptType="node" func="cnt" op="equ" val="0">
                  <dgm:choose name="Name14">
                    <dgm:if name="Name15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16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80"/>
                          <dgm:adj idx="2" val="-90"/>
                        </dgm:adjLst>
                      </dgm:shape>
                    </dgm:if>
                    <dgm:if name="Name17" axis="followSib" ptType="node" func="cnt" op="equ" val="2">
                      <dgm:shape xmlns:r="http://schemas.openxmlformats.org/officeDocument/2006/relationships" type="pie" r:blip="">
                        <dgm:adjLst>
                          <dgm:adj idx="1" val="-150"/>
                          <dgm:adj idx="2" val="-90"/>
                        </dgm:adjLst>
                      </dgm:shape>
                    </dgm:if>
                    <dgm:if name="Name18" axis="followSib" ptType="node" func="cnt" op="equ" val="3">
                      <dgm:shape xmlns:r="http://schemas.openxmlformats.org/officeDocument/2006/relationships" type="pie" r:blip="">
                        <dgm:adjLst>
                          <dgm:adj idx="1" val="-135"/>
                          <dgm:adj idx="2" val="-90"/>
                        </dgm:adjLst>
                      </dgm:shape>
                    </dgm:if>
                    <dgm:if name="Name19" axis="followSib" ptType="node" func="cnt" op="equ" val="4">
                      <dgm:shape xmlns:r="http://schemas.openxmlformats.org/officeDocument/2006/relationships" type="pie" r:blip="">
                        <dgm:adjLst>
                          <dgm:adj idx="1" val="-126"/>
                          <dgm:adj idx="2" val="-90"/>
                        </dgm:adjLst>
                      </dgm:shape>
                    </dgm:if>
                    <dgm:if name="Name20" axis="followSib" ptType="node" func="cnt" op="equ" val="5">
                      <dgm:shape xmlns:r="http://schemas.openxmlformats.org/officeDocument/2006/relationships" type="pie" r:blip="">
                        <dgm:adjLst>
                          <dgm:adj idx="1" val="-120"/>
                          <dgm:adj idx="2" val="-90"/>
                        </dgm:adjLst>
                      </dgm:shape>
                    </dgm:if>
                    <dgm:else name="Name21">
                      <dgm:shape xmlns:r="http://schemas.openxmlformats.org/officeDocument/2006/relationships" type="pie" r:blip="">
                        <dgm:adjLst>
                          <dgm:adj idx="1" val="-115.7143"/>
                          <dgm:adj idx="2" val="-90"/>
                        </dgm:adjLst>
                      </dgm:shape>
                    </dgm:else>
                  </dgm:choose>
                </dgm:if>
                <dgm:if name="Name22" axis="precedSib" ptType="node" func="cnt" op="equ" val="1">
                  <dgm:choose name="Name23">
                    <dgm:if name="Name24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25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50"/>
                          <dgm:adj idx="2" val="-90"/>
                        </dgm:adjLst>
                      </dgm:shape>
                    </dgm:if>
                    <dgm:if name="Name26" axis="followSib" ptType="node" func="cnt" op="equ" val="2">
                      <dgm:shape xmlns:r="http://schemas.openxmlformats.org/officeDocument/2006/relationships" type="pie" r:blip="">
                        <dgm:adjLst>
                          <dgm:adj idx="1" val="180"/>
                          <dgm:adj idx="2" val="-90"/>
                        </dgm:adjLst>
                      </dgm:shape>
                    </dgm:if>
                    <dgm:if name="Name27" axis="followSib" ptType="node" func="cnt" op="equ" val="3">
                      <dgm:shape xmlns:r="http://schemas.openxmlformats.org/officeDocument/2006/relationships" type="pie" r:blip="">
                        <dgm:adjLst>
                          <dgm:adj idx="1" val="-162"/>
                          <dgm:adj idx="2" val="-90"/>
                        </dgm:adjLst>
                      </dgm:shape>
                    </dgm:if>
                    <dgm:if name="Name28" axis="followSib" ptType="node" func="cnt" op="equ" val="4">
                      <dgm:shape xmlns:r="http://schemas.openxmlformats.org/officeDocument/2006/relationships" type="pie" r:blip="">
                        <dgm:adjLst>
                          <dgm:adj idx="1" val="-150"/>
                          <dgm:adj idx="2" val="-90"/>
                        </dgm:adjLst>
                      </dgm:shape>
                    </dgm:if>
                    <dgm:else name="Name29">
                      <dgm:shape xmlns:r="http://schemas.openxmlformats.org/officeDocument/2006/relationships" type="pie" r:blip="">
                        <dgm:adjLst>
                          <dgm:adj idx="1" val="-141.4286"/>
                          <dgm:adj idx="2" val="-90"/>
                        </dgm:adjLst>
                      </dgm:shape>
                    </dgm:else>
                  </dgm:choose>
                </dgm:if>
                <dgm:if name="Name30" axis="precedSib" ptType="node" func="cnt" op="equ" val="2">
                  <dgm:choose name="Name31">
                    <dgm:if name="Name32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33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35"/>
                          <dgm:adj idx="2" val="-90"/>
                        </dgm:adjLst>
                      </dgm:shape>
                    </dgm:if>
                    <dgm:if name="Name34" axis="followSib" ptType="node" func="cnt" op="equ" val="2">
                      <dgm:shape xmlns:r="http://schemas.openxmlformats.org/officeDocument/2006/relationships" type="pie" r:blip="">
                        <dgm:adjLst>
                          <dgm:adj idx="1" val="162"/>
                          <dgm:adj idx="2" val="-90"/>
                        </dgm:adjLst>
                      </dgm:shape>
                    </dgm:if>
                    <dgm:if name="Name35" axis="followSib" ptType="node" func="cnt" op="equ" val="3">
                      <dgm:shape xmlns:r="http://schemas.openxmlformats.org/officeDocument/2006/relationships" type="pie" r:blip="">
                        <dgm:adjLst>
                          <dgm:adj idx="1" val="180"/>
                          <dgm:adj idx="2" val="-90"/>
                        </dgm:adjLst>
                      </dgm:shape>
                    </dgm:if>
                    <dgm:else name="Name36">
                      <dgm:shape xmlns:r="http://schemas.openxmlformats.org/officeDocument/2006/relationships" type="pie" r:blip="">
                        <dgm:adjLst>
                          <dgm:adj idx="1" val="-167.1429"/>
                          <dgm:adj idx="2" val="-90"/>
                        </dgm:adjLst>
                      </dgm:shape>
                    </dgm:else>
                  </dgm:choose>
                </dgm:if>
                <dgm:if name="Name37" axis="precedSib" ptType="node" func="cnt" op="equ" val="3">
                  <dgm:choose name="Name38">
                    <dgm:if name="Name39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40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26"/>
                          <dgm:adj idx="2" val="-90"/>
                        </dgm:adjLst>
                      </dgm:shape>
                    </dgm:if>
                    <dgm:if name="Name41" axis="followSib" ptType="node" func="cnt" op="equ" val="2">
                      <dgm:shape xmlns:r="http://schemas.openxmlformats.org/officeDocument/2006/relationships" type="pie" r:blip="">
                        <dgm:adjLst>
                          <dgm:adj idx="1" val="150"/>
                          <dgm:adj idx="2" val="-90"/>
                        </dgm:adjLst>
                      </dgm:shape>
                    </dgm:if>
                    <dgm:else name="Name42">
                      <dgm:shape xmlns:r="http://schemas.openxmlformats.org/officeDocument/2006/relationships" type="pie" r:blip="">
                        <dgm:adjLst>
                          <dgm:adj idx="1" val="167.1429"/>
                          <dgm:adj idx="2" val="-90"/>
                        </dgm:adjLst>
                      </dgm:shape>
                    </dgm:else>
                  </dgm:choose>
                </dgm:if>
                <dgm:if name="Name43" axis="precedSib" ptType="node" func="cnt" op="equ" val="4">
                  <dgm:choose name="Name44">
                    <dgm:if name="Name45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46" axis="followSib" ptType="node" func="cnt" op="equ" val="1">
                      <dgm:shape xmlns:r="http://schemas.openxmlformats.org/officeDocument/2006/relationships" type="pie" r:blip="">
                        <dgm:adjLst>
                          <dgm:adj idx="1" val="120"/>
                          <dgm:adj idx="2" val="-90"/>
                        </dgm:adjLst>
                      </dgm:shape>
                    </dgm:if>
                    <dgm:else name="Name47">
                      <dgm:shape xmlns:r="http://schemas.openxmlformats.org/officeDocument/2006/relationships" type="pie" r:blip="">
                        <dgm:adjLst>
                          <dgm:adj idx="1" val="141.4286"/>
                          <dgm:adj idx="2" val="-90"/>
                        </dgm:adjLst>
                      </dgm:shape>
                    </dgm:else>
                  </dgm:choose>
                </dgm:if>
                <dgm:if name="Name48" axis="precedSib" ptType="node" func="cnt" op="equ" val="5">
                  <dgm:choose name="Name49">
                    <dgm:if name="Name50" axis="followSib" ptType="node" func="cnt" op="equ" val="0">
                      <dgm:shape xmlns:r="http://schemas.openxmlformats.org/officeDocument/2006/relationships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else name="Name51">
                      <dgm:shape xmlns:r="http://schemas.openxmlformats.org/officeDocument/2006/relationships" type="pie" r:blip="">
                        <dgm:adjLst>
                          <dgm:adj idx="1" val="115.7143"/>
                          <dgm:adj idx="2" val="-90"/>
                        </dgm:adjLst>
                      </dgm:shape>
                    </dgm:else>
                  </dgm:choose>
                </dgm:if>
                <dgm:else name="Name52">
                  <dgm:shape xmlns:r="http://schemas.openxmlformats.org/officeDocument/2006/relationships" type="pie" r:blip="">
                    <dgm:adjLst>
                      <dgm:adj idx="1" val="90"/>
                      <dgm:adj idx="2" val="-90"/>
                    </dgm:adjLst>
                  </dgm:shape>
                </dgm:else>
              </dgm:choose>
            </dgm:if>
            <dgm:else name="Name53">
              <dgm:choose name="Name54">
                <dgm:if name="Name55" axis="precedSib" ptType="node" func="cnt" op="equ" val="0">
                  <dgm:choose name="Name56">
                    <dgm:if name="Name57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58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80"/>
                        </dgm:adjLst>
                      </dgm:shape>
                    </dgm:if>
                    <dgm:if name="Name59" axis="followSib" ptType="node" func="cnt" op="equ" val="2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50"/>
                        </dgm:adjLst>
                      </dgm:shape>
                    </dgm:if>
                    <dgm:if name="Name60" axis="followSib" ptType="node" func="cnt" op="equ" val="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35"/>
                        </dgm:adjLst>
                      </dgm:shape>
                    </dgm:if>
                    <dgm:if name="Name61" axis="followSib" ptType="node" func="cnt" op="equ" val="4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26"/>
                        </dgm:adjLst>
                      </dgm:shape>
                    </dgm:if>
                    <dgm:if name="Name62" axis="followSib" ptType="node" func="cnt" op="equ" val="5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20"/>
                        </dgm:adjLst>
                      </dgm:shape>
                    </dgm:if>
                    <dgm:else name="Name6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15.7143"/>
                        </dgm:adjLst>
                      </dgm:shape>
                    </dgm:else>
                  </dgm:choose>
                </dgm:if>
                <dgm:if name="Name64" axis="precedSib" ptType="node" func="cnt" op="equ" val="1">
                  <dgm:choose name="Name65">
                    <dgm:if name="Name66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67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50"/>
                        </dgm:adjLst>
                      </dgm:shape>
                    </dgm:if>
                    <dgm:if name="Name68" axis="followSib" ptType="node" func="cnt" op="equ" val="2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80"/>
                        </dgm:adjLst>
                      </dgm:shape>
                    </dgm:if>
                    <dgm:if name="Name69" axis="followSib" ptType="node" func="cnt" op="equ" val="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62"/>
                        </dgm:adjLst>
                      </dgm:shape>
                    </dgm:if>
                    <dgm:if name="Name70" axis="followSib" ptType="node" func="cnt" op="equ" val="4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50"/>
                        </dgm:adjLst>
                      </dgm:shape>
                    </dgm:if>
                    <dgm:else name="Name7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41.4286"/>
                        </dgm:adjLst>
                      </dgm:shape>
                    </dgm:else>
                  </dgm:choose>
                </dgm:if>
                <dgm:if name="Name72" axis="precedSib" ptType="node" func="cnt" op="equ" val="2">
                  <dgm:choose name="Name73">
                    <dgm:if name="Name74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75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35"/>
                        </dgm:adjLst>
                      </dgm:shape>
                    </dgm:if>
                    <dgm:if name="Name76" axis="followSib" ptType="node" func="cnt" op="equ" val="2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62"/>
                        </dgm:adjLst>
                      </dgm:shape>
                    </dgm:if>
                    <dgm:if name="Name77" axis="followSib" ptType="node" func="cnt" op="equ" val="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80"/>
                        </dgm:adjLst>
                      </dgm:shape>
                    </dgm:if>
                    <dgm:else name="Name78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167.1429"/>
                        </dgm:adjLst>
                      </dgm:shape>
                    </dgm:else>
                  </dgm:choose>
                </dgm:if>
                <dgm:if name="Name79" axis="precedSib" ptType="node" func="cnt" op="equ" val="3">
                  <dgm:choose name="Name80">
                    <dgm:if name="Name81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82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26"/>
                        </dgm:adjLst>
                      </dgm:shape>
                    </dgm:if>
                    <dgm:if name="Name83" axis="followSib" ptType="node" func="cnt" op="equ" val="2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50"/>
                        </dgm:adjLst>
                      </dgm:shape>
                    </dgm:if>
                    <dgm:else name="Name84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67.1429"/>
                        </dgm:adjLst>
                      </dgm:shape>
                    </dgm:else>
                  </dgm:choose>
                </dgm:if>
                <dgm:if name="Name85" axis="precedSib" ptType="node" func="cnt" op="equ" val="4">
                  <dgm:choose name="Name86">
                    <dgm:if name="Name87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if name="Name88" axis="followSib" ptType="node" func="cnt" op="equ" val="1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20"/>
                        </dgm:adjLst>
                      </dgm:shape>
                    </dgm:if>
                    <dgm:else name="Name89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41.4286"/>
                        </dgm:adjLst>
                      </dgm:shape>
                    </dgm:else>
                  </dgm:choose>
                </dgm:if>
                <dgm:if name="Name90" axis="precedSib" ptType="node" func="cnt" op="equ" val="5">
                  <dgm:choose name="Name91">
                    <dgm:if name="Name92" axis="followSib" ptType="node" func="cnt" op="equ" val="0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90"/>
                        </dgm:adjLst>
                      </dgm:shape>
                    </dgm:if>
                    <dgm:else name="Name93">
                      <dgm:shape xmlns:r="http://schemas.openxmlformats.org/officeDocument/2006/relationships" rot="180" type="pie" r:blip="">
                        <dgm:adjLst>
                          <dgm:adj idx="1" val="90"/>
                          <dgm:adj idx="2" val="-115.7143"/>
                        </dgm:adjLst>
                      </dgm:shape>
                    </dgm:else>
                  </dgm:choose>
                </dgm:if>
                <dgm:else name="Name94">
                  <dgm:shape xmlns:r="http://schemas.openxmlformats.org/officeDocument/2006/relationships" rot="180" type="pie" r:blip="">
                    <dgm:adjLst>
                      <dgm:adj idx="1" val="90"/>
                      <dgm:adj idx="2" val="-90"/>
                    </dgm:adjLst>
                  </dgm:shape>
                </dgm:else>
              </dgm:choose>
            </dgm:else>
          </dgm:choose>
          <dgm:presOf/>
        </dgm:layoutNode>
        <dgm:layoutNode name="Parent" styleLbl="revTx">
          <dgm:varLst>
            <dgm:chMax val="1"/>
            <dgm:chPref val="1"/>
            <dgm:bulletEnabled val="1"/>
          </dgm:varLst>
          <dgm:choose name="Name95">
            <dgm:if name="Name96" func="var" arg="dir" op="equ" val="norm">
              <dgm:alg type="tx">
                <dgm:param type="parTxLTRAlign" val="r"/>
                <dgm:param type="parTxRTLAlign" val="r"/>
                <dgm:param type="shpTxLTRAlignCh" val="r"/>
                <dgm:param type="shpTxRTLAlignCh" val="r"/>
                <dgm:param type="txAnchorVert" val="b"/>
                <dgm:param type="autoTxRot" val="grav"/>
              </dgm:alg>
            </dgm:if>
            <dgm:else name="Name97">
              <dgm:alg type="tx">
                <dgm:param type="parTxLTRAlign" val="l"/>
                <dgm:param type="parTxRTLAlign" val="l"/>
                <dgm:param type="shpTxLTRAlignCh" val="l"/>
                <dgm:param type="shpTxRTLAlignCh" val="l"/>
                <dgm:param type="txAnchorVert" val="b"/>
                <dgm:param type="autoTxRot" val="grav"/>
              </dgm:alg>
            </dgm:else>
          </dgm:choose>
          <dgm:choose name="Name98">
            <dgm:if name="Name99" func="var" arg="dir" op="equ" val="norm">
              <dgm:shape xmlns:r="http://schemas.openxmlformats.org/officeDocument/2006/relationships" rot="-90" type="rect" r:blip="">
                <dgm:adjLst/>
              </dgm:shape>
            </dgm:if>
            <dgm:else name="Name100">
              <dgm:shape xmlns:r="http://schemas.openxmlformats.org/officeDocument/2006/relationships" rot="90" type="rect" r:blip="">
                <dgm:adjLst/>
              </dgm:shape>
            </dgm:else>
          </dgm:choose>
          <dgm:presOf axis="self" ptType="node"/>
          <dgm:constrLst>
            <dgm:constr type="lMarg" refType="primFontSz" fact="0"/>
            <dgm:constr type="rMarg" refType="primFontSz" fact="0"/>
            <dgm:constr type="tMarg" refType="primFontSz" fact="0"/>
            <dgm:constr type="bMarg" refType="primFontSz" fact="0"/>
          </dgm:constrLst>
          <dgm:ruleLst>
            <dgm:rule type="primFontSz" val="5" fact="NaN" max="NaN"/>
          </dgm:ruleLst>
        </dgm:layoutNode>
      </dgm:layoutNode>
      <dgm:choose name="Name101">
        <dgm:if name="Name102" axis="ch" ptType="node" func="cnt" op="gte" val="1">
          <dgm:forEach name="negSibTransForEach" axis="ch" ptType="sibTrans" hideLastTrans="0" cnt="1">
            <dgm:layoutNode name="negSibTrans">
              <dgm:alg type="sp"/>
              <dgm:shape xmlns:r="http://schemas.openxmlformats.org/officeDocument/2006/relationships" r:blip="">
                <dgm:adjLst/>
              </dgm:shape>
            </dgm:layoutNode>
          </dgm:forEach>
          <dgm:layoutNode name="composite">
            <dgm:alg type="composite">
              <dgm:param type="ar" val="0.5"/>
            </dgm:alg>
            <dgm:shape xmlns:r="http://schemas.openxmlformats.org/officeDocument/2006/relationships" r:blip="">
              <dgm:adjLst/>
            </dgm:shape>
            <dgm:choose name="Name103">
              <dgm:if name="Name104" func="var" arg="dir" op="equ" val="norm">
                <dgm:constrLst>
                  <dgm:constr type="l" for="ch" forName="Child" refType="w" fact="0"/>
                  <dgm:constr type="t" for="ch" forName="Child" refType="h" fact="0"/>
                  <dgm:constr type="w" for="ch" forName="Child" refType="w"/>
                  <dgm:constr type="h" for="ch" forName="Child" refType="h"/>
                </dgm:constrLst>
              </dgm:if>
              <dgm:else name="Name105">
                <dgm:constrLst>
                  <dgm:constr type="r" for="ch" forName="Child" refType="w"/>
                  <dgm:constr type="t" for="ch" forName="Child" refType="h" fact="0"/>
                  <dgm:constr type="w" for="ch" forName="Child" refType="w"/>
                  <dgm:constr type="h" for="ch" forName="Child" refType="h"/>
                </dgm:constrLst>
              </dgm:else>
            </dgm:choose>
            <dgm:ruleLst/>
            <dgm:layoutNode name="Child" styleLbl="revTx">
              <dgm:varLst>
                <dgm:chMax val="0"/>
                <dgm:chPref val="0"/>
                <dgm:bulletEnabled val="1"/>
              </dgm:varLst>
              <dgm:choose name="Name106">
                <dgm:if name="Name107" func="var" arg="dir" op="equ" val="norm">
                  <dgm:alg type="tx">
                    <dgm:param type="parTxLTRAlign" val="l"/>
                    <dgm:param type="parTxRTLAlign" val="r"/>
                    <dgm:param type="txAnchorVert" val="t"/>
                  </dgm:alg>
                </dgm:if>
                <dgm:else name="Name108">
                  <dgm:alg type="tx">
                    <dgm:param type="parTxLTRAlign" val="r"/>
                    <dgm:param type="parTxRTLAlign" val="l"/>
                    <dgm:param type="txAnchorVert" val="t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"/>
                <dgm:constr type="rMarg" refType="primFontSz" fact="0"/>
                <dgm:constr type="tMarg" refType="primFontSz" fact="0"/>
                <dgm:constr type="bMarg" refType="primFontSz" fact="0"/>
              </dgm:constrLst>
              <dgm:ruleLst>
                <dgm:rule type="primFontSz" val="5" fact="NaN" max="NaN"/>
              </dgm:ruleLst>
            </dgm:layoutNode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</dgm:layoutNode>
          </dgm:forEach>
        </dgm:if>
        <dgm:else name="Name10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23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548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26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769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734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93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09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044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852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67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733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8F2F16-918E-4A56-873E-3C1E4DC8C412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4E39C-7838-4BC6-A6F2-CAB2A4D908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79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gpt.com/share/69d8abd1-0b6c-832f-b3b3-5c229df19805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taimoor0078/Programming-20054191-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microsoft.com/office/2007/relationships/hdphoto" Target="../media/hdphoto1.wdp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oogle Shape;347;p36"/>
          <p:cNvGrpSpPr/>
          <p:nvPr/>
        </p:nvGrpSpPr>
        <p:grpSpPr>
          <a:xfrm>
            <a:off x="8171998" y="-552449"/>
            <a:ext cx="5366813" cy="8258174"/>
            <a:chOff x="5114880" y="-428760"/>
            <a:chExt cx="4275360" cy="6450480"/>
          </a:xfrm>
        </p:grpSpPr>
        <p:sp>
          <p:nvSpPr>
            <p:cNvPr id="5" name="Google Shape;348;p36"/>
            <p:cNvSpPr/>
            <p:nvPr/>
          </p:nvSpPr>
          <p:spPr>
            <a:xfrm rot="10800000" flipH="1">
              <a:off x="8492040" y="-19224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" name="Google Shape;349;p36"/>
            <p:cNvSpPr/>
            <p:nvPr/>
          </p:nvSpPr>
          <p:spPr>
            <a:xfrm>
              <a:off x="8551800" y="326772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" name="Google Shape;350;p36"/>
            <p:cNvSpPr/>
            <p:nvPr/>
          </p:nvSpPr>
          <p:spPr>
            <a:xfrm>
              <a:off x="6606720" y="254736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351;p36"/>
            <p:cNvSpPr/>
            <p:nvPr/>
          </p:nvSpPr>
          <p:spPr>
            <a:xfrm>
              <a:off x="7103520" y="-15336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352;p36"/>
            <p:cNvSpPr/>
            <p:nvPr/>
          </p:nvSpPr>
          <p:spPr>
            <a:xfrm>
              <a:off x="6684120" y="31860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353;p36"/>
            <p:cNvSpPr/>
            <p:nvPr/>
          </p:nvSpPr>
          <p:spPr>
            <a:xfrm>
              <a:off x="6109920" y="119412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354;p36"/>
            <p:cNvSpPr/>
            <p:nvPr/>
          </p:nvSpPr>
          <p:spPr>
            <a:xfrm>
              <a:off x="6109920" y="69768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" name="Google Shape;355;p36"/>
            <p:cNvSpPr/>
            <p:nvPr/>
          </p:nvSpPr>
          <p:spPr>
            <a:xfrm>
              <a:off x="7587360" y="119412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" name="Google Shape;356;p36"/>
            <p:cNvSpPr/>
            <p:nvPr/>
          </p:nvSpPr>
          <p:spPr>
            <a:xfrm>
              <a:off x="5634000" y="-42876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" name="Google Shape;357;p36"/>
            <p:cNvSpPr/>
            <p:nvPr/>
          </p:nvSpPr>
          <p:spPr>
            <a:xfrm>
              <a:off x="7017840" y="207504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" name="Google Shape;358;p36"/>
            <p:cNvSpPr/>
            <p:nvPr/>
          </p:nvSpPr>
          <p:spPr>
            <a:xfrm>
              <a:off x="5193720" y="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" name="Google Shape;359;p36"/>
            <p:cNvSpPr/>
            <p:nvPr/>
          </p:nvSpPr>
          <p:spPr>
            <a:xfrm>
              <a:off x="8069040" y="162216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" name="Google Shape;360;p36"/>
            <p:cNvSpPr/>
            <p:nvPr/>
          </p:nvSpPr>
          <p:spPr>
            <a:xfrm rot="10800000" flipH="1">
              <a:off x="5114880" y="365652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" name="Google Shape;361;p36"/>
            <p:cNvSpPr/>
            <p:nvPr/>
          </p:nvSpPr>
          <p:spPr>
            <a:xfrm rot="10800000" flipH="1">
              <a:off x="6606360" y="392508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" name="Google Shape;362;p36"/>
            <p:cNvSpPr/>
            <p:nvPr/>
          </p:nvSpPr>
          <p:spPr>
            <a:xfrm rot="10800000" flipH="1">
              <a:off x="5983560" y="505404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" name="Google Shape;363;p36"/>
            <p:cNvSpPr/>
            <p:nvPr/>
          </p:nvSpPr>
          <p:spPr>
            <a:xfrm rot="10800000" flipH="1">
              <a:off x="7178400" y="353376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" name="Google Shape;364;p36"/>
            <p:cNvSpPr/>
            <p:nvPr/>
          </p:nvSpPr>
          <p:spPr>
            <a:xfrm rot="10800000" flipH="1">
              <a:off x="6606360" y="460980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" name="Google Shape;365;p36"/>
            <p:cNvSpPr/>
            <p:nvPr/>
          </p:nvSpPr>
          <p:spPr>
            <a:xfrm rot="10800000" flipH="1">
              <a:off x="5526000" y="4128840"/>
              <a:ext cx="838440" cy="967680"/>
            </a:xfrm>
            <a:custGeom>
              <a:avLst/>
              <a:gdLst>
                <a:gd name="textAreaLeft" fmla="*/ -360 w 838440"/>
                <a:gd name="textAreaRight" fmla="*/ 83844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" name="Google Shape;366;p36"/>
            <p:cNvSpPr/>
            <p:nvPr/>
          </p:nvSpPr>
          <p:spPr>
            <a:xfrm>
              <a:off x="8117280" y="285228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" name="Google Shape;367;p36"/>
            <p:cNvSpPr/>
            <p:nvPr/>
          </p:nvSpPr>
          <p:spPr>
            <a:xfrm>
              <a:off x="8172720" y="303480"/>
              <a:ext cx="838440" cy="967680"/>
            </a:xfrm>
            <a:custGeom>
              <a:avLst/>
              <a:gdLst>
                <a:gd name="textAreaLeft" fmla="*/ 0 w 838440"/>
                <a:gd name="textAreaRight" fmla="*/ 838800 w 838440"/>
                <a:gd name="textAreaTop" fmla="*/ 0 h 967680"/>
                <a:gd name="textAreaBottom" fmla="*/ 968040 h 967680"/>
              </a:gdLst>
              <a:ahLst/>
              <a:cxnLst/>
              <a:rect l="textAreaLeft" t="textAreaTop" r="textAreaRight" b="textAreaBottom"/>
              <a:pathLst>
                <a:path w="181539" h="20955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000"/>
              </a:srgbClr>
            </a:solidFill>
            <a:ln w="1905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5" name="PlaceHolder 1"/>
          <p:cNvSpPr txBox="1">
            <a:spLocks/>
          </p:cNvSpPr>
          <p:nvPr/>
        </p:nvSpPr>
        <p:spPr>
          <a:xfrm>
            <a:off x="-371517" y="1188661"/>
            <a:ext cx="10160202" cy="18797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91440" rIns="91440" bIns="9144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MULTI-SOURCE VIDEO GAME POPULARITY ANALYSIS USING STEAM PLAYER DATA AND GOOGLE TRENDS</a:t>
            </a:r>
            <a:endParaRPr lang="fr-FR" sz="3800" b="1" dirty="0">
              <a:solidFill>
                <a:srgbClr val="00206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ubTitle"/>
          </p:nvPr>
        </p:nvSpPr>
        <p:spPr>
          <a:xfrm>
            <a:off x="1947552" y="3068401"/>
            <a:ext cx="5700114" cy="296765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r>
              <a:rPr lang="en-US" sz="2400" dirty="0" smtClean="0">
                <a:solidFill>
                  <a:schemeClr val="dk1"/>
                </a:solidFill>
                <a:latin typeface="DM Sans"/>
              </a:rPr>
              <a:t>by</a:t>
            </a:r>
          </a:p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r>
              <a:rPr lang="en-US" sz="2400" b="0" u="none" strike="noStrike" dirty="0" err="1" smtClean="0">
                <a:solidFill>
                  <a:schemeClr val="dk1"/>
                </a:solidFill>
                <a:effectLst/>
                <a:uFillTx/>
                <a:latin typeface="DM Sans"/>
              </a:rPr>
              <a:t>Std</a:t>
            </a:r>
            <a:r>
              <a:rPr lang="en-US" sz="2400" b="0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 Name: </a:t>
            </a:r>
            <a:r>
              <a:rPr lang="en-US" sz="2400" b="1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TAIMOOR </a:t>
            </a:r>
            <a:r>
              <a:rPr lang="en-US" sz="2400" b="1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AHMAD</a:t>
            </a:r>
          </a:p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r>
              <a:rPr lang="en-US" sz="2400" dirty="0" err="1" smtClean="0">
                <a:solidFill>
                  <a:schemeClr val="dk1"/>
                </a:solidFill>
                <a:latin typeface="DM Sans"/>
              </a:rPr>
              <a:t>Std</a:t>
            </a:r>
            <a:r>
              <a:rPr lang="en-US" sz="2400" dirty="0" smtClean="0">
                <a:solidFill>
                  <a:schemeClr val="dk1"/>
                </a:solidFill>
                <a:latin typeface="DM Sans"/>
              </a:rPr>
              <a:t> Number: </a:t>
            </a:r>
            <a:r>
              <a:rPr lang="en-US" sz="2400" b="1" dirty="0" smtClean="0">
                <a:solidFill>
                  <a:schemeClr val="dk1"/>
                </a:solidFill>
                <a:latin typeface="DM Sans"/>
              </a:rPr>
              <a:t>20054191</a:t>
            </a:r>
          </a:p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r>
              <a:rPr lang="en-US" sz="2400" b="0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Submitted </a:t>
            </a:r>
            <a:r>
              <a:rPr lang="en-US" sz="2400" b="0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To: </a:t>
            </a:r>
            <a:r>
              <a:rPr lang="en-US" sz="2400" b="1" u="none" strike="noStrike" dirty="0" smtClean="0">
                <a:solidFill>
                  <a:schemeClr val="dk1"/>
                </a:solidFill>
                <a:effectLst/>
                <a:uFillTx/>
                <a:latin typeface="DM Sans"/>
              </a:rPr>
              <a:t>PAUL LARID</a:t>
            </a:r>
          </a:p>
          <a:p>
            <a:pPr indent="0">
              <a:lnSpc>
                <a:spcPct val="160000"/>
              </a:lnSpc>
              <a:buNone/>
              <a:tabLst>
                <a:tab pos="0" algn="l"/>
              </a:tabLst>
            </a:pP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27" name="Straight Connector 26"/>
          <p:cNvCxnSpPr/>
          <p:nvPr/>
        </p:nvCxnSpPr>
        <p:spPr>
          <a:xfrm>
            <a:off x="2921914" y="1148561"/>
            <a:ext cx="3340833" cy="0"/>
          </a:xfrm>
          <a:prstGeom prst="line">
            <a:avLst/>
          </a:prstGeom>
          <a:ln w="28575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268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 smtClean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PROJECT OBJECTIVES</a:t>
            </a:r>
            <a:endParaRPr lang="en-US" sz="2800" b="1" dirty="0">
              <a:solidFill>
                <a:schemeClr val="accent5">
                  <a:lumMod val="75000"/>
                </a:schemeClr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03101"/>
            <a:ext cx="10515600" cy="435133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 analyze video game popularity</a:t>
            </a:r>
          </a:p>
          <a:p>
            <a:pPr marL="285750" indent="-285750">
              <a:lnSpc>
                <a:spcPct val="150000"/>
              </a:lnSpc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 transform raw gaming data into meaningful insights using feature engineering techniques.</a:t>
            </a:r>
          </a:p>
          <a:p>
            <a:endParaRPr lang="en-US" sz="1600" dirty="0"/>
          </a:p>
        </p:txBody>
      </p:sp>
      <p:sp>
        <p:nvSpPr>
          <p:cNvPr id="4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05522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ARCHITECTURE OF THE PROJECT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2" t="25697" r="2514" b="23699"/>
          <a:stretch/>
        </p:blipFill>
        <p:spPr>
          <a:xfrm>
            <a:off x="156754" y="1384664"/>
            <a:ext cx="11512731" cy="50945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6544770"/>
            <a:ext cx="3873175" cy="21544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" cap="none" spc="0" dirty="0" smtClean="0">
                <a:ln w="0"/>
                <a:solidFill>
                  <a:schemeClr val="tx2">
                    <a:lumMod val="2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Declaration: </a:t>
            </a:r>
            <a:r>
              <a:rPr lang="en-US" sz="800" cap="none" spc="0" dirty="0" smtClean="0">
                <a:ln w="0"/>
                <a:solidFill>
                  <a:schemeClr val="tx2">
                    <a:lumMod val="2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3"/>
              </a:rPr>
              <a:t>https://chatgpt.com/share/69d8abd1-0b6c-832f-b3b3-5c229df19805</a:t>
            </a:r>
            <a:r>
              <a:rPr lang="en-US" sz="800" cap="none" spc="0" dirty="0" smtClean="0">
                <a:ln w="0"/>
                <a:solidFill>
                  <a:schemeClr val="tx2">
                    <a:lumMod val="2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lang="en-US" sz="800" cap="none" spc="0" dirty="0">
              <a:ln w="0"/>
              <a:solidFill>
                <a:schemeClr val="tx2">
                  <a:lumMod val="2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437924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GIT PUBLIC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90619"/>
            <a:ext cx="10515600" cy="4403166"/>
          </a:xfrm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Link of the Repository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hlinkClick r:id="rId2"/>
              </a:rPr>
              <a:t>https://github.com/taimoor0078/Programming-20054191-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28600" lvl="1"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Overview of the Repository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1874"/>
          <a:stretch/>
        </p:blipFill>
        <p:spPr>
          <a:xfrm>
            <a:off x="5199016" y="2185501"/>
            <a:ext cx="6992983" cy="4672500"/>
          </a:xfrm>
          <a:prstGeom prst="rect">
            <a:avLst/>
          </a:prstGeom>
        </p:spPr>
      </p:pic>
      <p:sp>
        <p:nvSpPr>
          <p:cNvPr id="7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19701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46660"/>
            <a:ext cx="10515600" cy="551134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Sources of the data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Steam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Api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https://store.steampowered.com/api/appdetails?appids=%7Bappid%7D&amp;cc=us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Steam Charts</a:t>
            </a: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https://steamcharts.com/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Google Trends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How did data acquire?</a:t>
            </a:r>
          </a:p>
          <a:p>
            <a:pPr marL="685800"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 public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Api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of steam store and access data of multiple games using games id</a:t>
            </a:r>
          </a:p>
          <a:p>
            <a:pPr marL="1143000" lvl="3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appid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price, discount,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initial_price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total_reviews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positive_reviews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negative_reviews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is_free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685800"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Scrape data from Steam charts using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BeautifulSoap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143000" lvl="3">
              <a:lnSpc>
                <a:spcPct val="150000"/>
              </a:lnSpc>
              <a:spcBef>
                <a:spcPts val="0"/>
              </a:spcBef>
            </a:pP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avg_players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peak_players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685800" lvl="2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Access trends of google using </a:t>
            </a: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pytrend</a:t>
            </a: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1143000" lvl="3">
              <a:lnSpc>
                <a:spcPct val="150000"/>
              </a:lnSpc>
              <a:spcBef>
                <a:spcPts val="0"/>
              </a:spcBef>
            </a:pPr>
            <a:r>
              <a:rPr lang="en-US" sz="16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interest_over_time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()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5081979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CLEANING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7059744"/>
              </p:ext>
            </p:extLst>
          </p:nvPr>
        </p:nvGraphicFramePr>
        <p:xfrm>
          <a:off x="89263" y="793523"/>
          <a:ext cx="10515600" cy="53833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7">
            <a:duotone>
              <a:prstClr val="black"/>
              <a:schemeClr val="accent6">
                <a:tint val="45000"/>
                <a:satMod val="400000"/>
              </a:schemeClr>
            </a:duotone>
          </a:blip>
          <a:srcRect r="6551"/>
          <a:stretch/>
        </p:blipFill>
        <p:spPr>
          <a:xfrm>
            <a:off x="1020776" y="2841193"/>
            <a:ext cx="2471362" cy="287196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8">
            <a:duotone>
              <a:prstClr val="black"/>
              <a:schemeClr val="accent6">
                <a:tint val="45000"/>
                <a:satMod val="400000"/>
              </a:schemeClr>
            </a:duotone>
          </a:blip>
          <a:srcRect l="5685" b="18461"/>
          <a:stretch/>
        </p:blipFill>
        <p:spPr>
          <a:xfrm>
            <a:off x="4532811" y="2956815"/>
            <a:ext cx="3126377" cy="61399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383471" y="1023251"/>
            <a:ext cx="1514442" cy="236002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934357" y="5299163"/>
            <a:ext cx="2429692" cy="155883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402893" y="3428061"/>
            <a:ext cx="1475598" cy="202288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3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364049" y="5450942"/>
            <a:ext cx="1618945" cy="1398972"/>
          </a:xfrm>
          <a:prstGeom prst="rect">
            <a:avLst/>
          </a:prstGeom>
        </p:spPr>
      </p:pic>
      <p:sp>
        <p:nvSpPr>
          <p:cNvPr id="15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8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2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385776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36616"/>
            <a:ext cx="10515600" cy="5621383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Popularity Score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.5 * (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Avg_Players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+ .3 * (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Google_Trends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+ .2 * 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Total_Reviews</a:t>
            </a:r>
            <a:endParaRPr lang="en-US" sz="1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Popularity Level </a:t>
            </a: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Low = Popularity Score &lt;= 30 </a:t>
            </a: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Medium = 33 &lt; Popularity Score &lt;= 66 </a:t>
            </a:r>
          </a:p>
          <a:p>
            <a:pPr lvl="2">
              <a:lnSpc>
                <a:spcPct val="150000"/>
              </a:lnSpc>
              <a:spcBef>
                <a:spcPts val="0"/>
              </a:spcBef>
            </a:pP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High = Popularity Score &gt; 66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Best Game Over Time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True if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Avg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Player &gt; 80 Percentile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Need Discount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True if : Discount = 0 AND Player Growth (% in change in Player Growth) &lt; 0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Engagement Ratio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Peak Players/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Avg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Players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Community Sentiments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Positive Reviews / (Positive + Negative Reviews)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Player Momentum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7-Days Moving Players - 30 Days Moving Players</a:t>
            </a:r>
          </a:p>
          <a:p>
            <a:endParaRPr lang="en-US" sz="1600" dirty="0"/>
          </a:p>
        </p:txBody>
      </p:sp>
      <p:sp>
        <p:nvSpPr>
          <p:cNvPr id="4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483739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89898"/>
            <a:ext cx="10515600" cy="435133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Converted date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Month:  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final_Dataset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['date'].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dt.month</a:t>
            </a:r>
            <a:endParaRPr lang="en-US" sz="1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Year:   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final_Dataset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['date'].</a:t>
            </a:r>
            <a:r>
              <a:rPr lang="en-US" sz="1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dt.year</a:t>
            </a:r>
            <a:endParaRPr lang="en-US" sz="1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Encoded </a:t>
            </a: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Popularity </a:t>
            </a:r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Level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Using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cat.codes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because it is a categorical variable low, medium and high that gave wrong value using Label </a:t>
            </a:r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encoding.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4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b="17160"/>
          <a:stretch/>
        </p:blipFill>
        <p:spPr>
          <a:xfrm>
            <a:off x="3263204" y="4284878"/>
            <a:ext cx="5665592" cy="81834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4"/>
          <a:srcRect r="88304" b="49853"/>
          <a:stretch/>
        </p:blipFill>
        <p:spPr>
          <a:xfrm>
            <a:off x="9375973" y="4296171"/>
            <a:ext cx="1065604" cy="238614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5"/>
          <a:srcRect r="17980" b="38088"/>
          <a:stretch/>
        </p:blipFill>
        <p:spPr>
          <a:xfrm>
            <a:off x="5184469" y="1254213"/>
            <a:ext cx="1564674" cy="242080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/>
          <a:srcRect l="81903" b="49339"/>
          <a:stretch/>
        </p:blipFill>
        <p:spPr>
          <a:xfrm>
            <a:off x="10435254" y="4296171"/>
            <a:ext cx="1277775" cy="2386148"/>
          </a:xfrm>
          <a:prstGeom prst="rect">
            <a:avLst/>
          </a:prstGeom>
        </p:spPr>
      </p:pic>
      <p:sp>
        <p:nvSpPr>
          <p:cNvPr id="13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8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9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013108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CONTI.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62743"/>
            <a:ext cx="10515600" cy="5364480"/>
          </a:xfrm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Applied cat codes to </a:t>
            </a:r>
            <a:r>
              <a:rPr lang="en-US" sz="16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Bool</a:t>
            </a: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variables 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Dropped some numeric columns because there were no need to scale them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Applied Standard Scaling to remaining numeric columns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sz="16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Dropped unnecessary columns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dirty="0" smtClean="0"/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2944" r="4504"/>
          <a:stretch/>
        </p:blipFill>
        <p:spPr>
          <a:xfrm>
            <a:off x="1165868" y="1991609"/>
            <a:ext cx="6913856" cy="38380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8" y="2794512"/>
            <a:ext cx="6041884" cy="3218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868" y="3508717"/>
            <a:ext cx="6041884" cy="505294"/>
          </a:xfrm>
          <a:prstGeom prst="rect">
            <a:avLst/>
          </a:prstGeom>
        </p:spPr>
      </p:pic>
      <p:sp>
        <p:nvSpPr>
          <p:cNvPr id="7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523522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FINAL LOOK OF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27908"/>
            <a:ext cx="10515600" cy="5477691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227908"/>
            <a:ext cx="4987834" cy="547769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046" y="1628504"/>
            <a:ext cx="4892520" cy="173300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566" y="1690688"/>
            <a:ext cx="3096120" cy="1435689"/>
          </a:xfrm>
          <a:prstGeom prst="rect">
            <a:avLst/>
          </a:prstGeom>
        </p:spPr>
      </p:pic>
      <p:sp>
        <p:nvSpPr>
          <p:cNvPr id="10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37233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29234"/>
            <a:ext cx="10515600" cy="5528766"/>
          </a:xfrm>
        </p:spPr>
        <p:txBody>
          <a:bodyPr>
            <a:normAutofit/>
          </a:bodyPr>
          <a:lstStyle/>
          <a:p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Mongo DB</a:t>
            </a:r>
          </a:p>
          <a:p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>
              <a:buNone/>
            </a:pPr>
            <a:endParaRPr lang="en-US" sz="16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6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SQLite</a:t>
            </a:r>
          </a:p>
          <a:p>
            <a:endParaRPr lang="en-US" sz="16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r="7464"/>
          <a:stretch/>
        </p:blipFill>
        <p:spPr>
          <a:xfrm>
            <a:off x="2857500" y="1485781"/>
            <a:ext cx="6115050" cy="1789192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6553" y="3274973"/>
            <a:ext cx="3075297" cy="3478252"/>
          </a:xfrm>
          <a:prstGeom prst="rect">
            <a:avLst/>
          </a:prstGeom>
        </p:spPr>
      </p:pic>
      <p:sp>
        <p:nvSpPr>
          <p:cNvPr id="10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4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5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6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435294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TESTING OF THE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04925"/>
            <a:ext cx="10515600" cy="4872038"/>
          </a:xfrm>
        </p:spPr>
        <p:txBody>
          <a:bodyPr/>
          <a:lstStyle/>
          <a:p>
            <a:r>
              <a:rPr lang="en-US" dirty="0" smtClean="0"/>
              <a:t>Unit Testing</a:t>
            </a:r>
          </a:p>
          <a:p>
            <a:pPr lvl="1"/>
            <a:r>
              <a:rPr lang="en-US" dirty="0" err="1"/>
              <a:t>test_feature_engineering</a:t>
            </a:r>
            <a:r>
              <a:rPr lang="en-US" dirty="0"/>
              <a:t>(self)</a:t>
            </a:r>
          </a:p>
          <a:p>
            <a:pPr lvl="1"/>
            <a:r>
              <a:rPr lang="en-US" dirty="0" err="1"/>
              <a:t>test_encoding</a:t>
            </a:r>
            <a:r>
              <a:rPr lang="en-US" dirty="0"/>
              <a:t>(self)</a:t>
            </a:r>
          </a:p>
          <a:p>
            <a:pPr lvl="1"/>
            <a:r>
              <a:rPr lang="en-US" dirty="0" err="1"/>
              <a:t>test_scaling</a:t>
            </a:r>
            <a:r>
              <a:rPr lang="en-US" dirty="0"/>
              <a:t>(self</a:t>
            </a:r>
            <a:r>
              <a:rPr lang="en-US" dirty="0" smtClean="0"/>
              <a:t>)</a:t>
            </a:r>
          </a:p>
          <a:p>
            <a:r>
              <a:rPr lang="en-US" dirty="0" smtClean="0"/>
              <a:t>Integration Testing</a:t>
            </a:r>
          </a:p>
          <a:p>
            <a:pPr lvl="1"/>
            <a:r>
              <a:rPr lang="en-US" dirty="0" err="1"/>
              <a:t>test_full_pipeline</a:t>
            </a:r>
            <a:r>
              <a:rPr lang="en-US" dirty="0"/>
              <a:t>(self)</a:t>
            </a:r>
          </a:p>
          <a:p>
            <a:pPr lvl="1"/>
            <a:r>
              <a:rPr lang="en-US" dirty="0" err="1"/>
              <a:t>test_full_pipeline_noerror</a:t>
            </a:r>
            <a:r>
              <a:rPr lang="en-US" dirty="0"/>
              <a:t>(self)</a:t>
            </a:r>
          </a:p>
          <a:p>
            <a:pPr lvl="1"/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769" y="2240083"/>
            <a:ext cx="4854361" cy="4549534"/>
          </a:xfrm>
          <a:prstGeom prst="rect">
            <a:avLst/>
          </a:prstGeom>
        </p:spPr>
      </p:pic>
      <p:sp>
        <p:nvSpPr>
          <p:cNvPr id="5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6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206463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DATA INSIGHTS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1558930"/>
            <a:ext cx="6610350" cy="423227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r="7303" b="1831"/>
          <a:stretch/>
        </p:blipFill>
        <p:spPr>
          <a:xfrm>
            <a:off x="6124575" y="1539881"/>
            <a:ext cx="6067425" cy="4232270"/>
          </a:xfrm>
          <a:prstGeom prst="rect">
            <a:avLst/>
          </a:prstGeom>
        </p:spPr>
      </p:pic>
      <p:sp>
        <p:nvSpPr>
          <p:cNvPr id="6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7954929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CONTI.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641" r="8017" b="2320"/>
          <a:stretch/>
        </p:blipFill>
        <p:spPr>
          <a:xfrm>
            <a:off x="0" y="1457325"/>
            <a:ext cx="6143625" cy="413384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2289" r="3452"/>
          <a:stretch/>
        </p:blipFill>
        <p:spPr>
          <a:xfrm>
            <a:off x="6143625" y="1754817"/>
            <a:ext cx="6048375" cy="3772227"/>
          </a:xfrm>
          <a:prstGeom prst="rect">
            <a:avLst/>
          </a:prstGeom>
        </p:spPr>
      </p:pic>
      <p:sp>
        <p:nvSpPr>
          <p:cNvPr id="6" name="Google Shape;356;p36"/>
          <p:cNvSpPr/>
          <p:nvPr/>
        </p:nvSpPr>
        <p:spPr>
          <a:xfrm>
            <a:off x="213044" y="-452929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accent1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7" name="Google Shape;358;p36"/>
          <p:cNvSpPr/>
          <p:nvPr/>
        </p:nvSpPr>
        <p:spPr>
          <a:xfrm>
            <a:off x="-339635" y="9598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68DAF8">
              <a:alpha val="34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8" name="Google Shape;350;p36"/>
          <p:cNvSpPr/>
          <p:nvPr/>
        </p:nvSpPr>
        <p:spPr>
          <a:xfrm>
            <a:off x="11353800" y="6156857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dk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9" name="Google Shape;357;p36"/>
          <p:cNvSpPr/>
          <p:nvPr/>
        </p:nvSpPr>
        <p:spPr>
          <a:xfrm>
            <a:off x="11869874" y="55521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Google Shape;349;p36"/>
          <p:cNvSpPr/>
          <p:nvPr/>
        </p:nvSpPr>
        <p:spPr>
          <a:xfrm>
            <a:off x="11684962" y="-78858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1" name="Google Shape;366;p36"/>
          <p:cNvSpPr/>
          <p:nvPr/>
        </p:nvSpPr>
        <p:spPr>
          <a:xfrm>
            <a:off x="11139514" y="-610722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2" name="Google Shape;351;p36"/>
          <p:cNvSpPr/>
          <p:nvPr/>
        </p:nvSpPr>
        <p:spPr>
          <a:xfrm>
            <a:off x="0" y="5353551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3" name="Google Shape;352;p36"/>
          <p:cNvSpPr/>
          <p:nvPr/>
        </p:nvSpPr>
        <p:spPr>
          <a:xfrm>
            <a:off x="-526468" y="5957773"/>
            <a:ext cx="1052485" cy="1238864"/>
          </a:xfrm>
          <a:custGeom>
            <a:avLst/>
            <a:gdLst>
              <a:gd name="textAreaLeft" fmla="*/ 0 w 838440"/>
              <a:gd name="textAreaRight" fmla="*/ 838800 w 838440"/>
              <a:gd name="textAreaTop" fmla="*/ 0 h 967680"/>
              <a:gd name="textAreaBottom" fmla="*/ 968040 h 967680"/>
            </a:gdLst>
            <a:ahLst/>
            <a:cxnLst/>
            <a:rect l="textAreaLeft" t="textAreaTop" r="textAreaRight" b="textAreaBottom"/>
            <a:pathLst>
              <a:path w="181539" h="20955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rgbClr val="9FCBFD">
              <a:alpha val="41000"/>
            </a:srgbClr>
          </a:solidFill>
          <a:ln w="190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281674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 smtClean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 MULTI-SOURCE VIDEO GAME POPULARITY ANALYSIS USING STEAM PLAYER DATA AND GOOGLE TRENDS</a:t>
            </a:r>
            <a:r>
              <a:rPr lang="fr-FR" sz="2800" b="1" dirty="0" smtClean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/>
            </a:r>
            <a:br>
              <a:rPr lang="fr-FR" sz="2800" b="1" dirty="0" smtClean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US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7362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</TotalTime>
  <Words>413</Words>
  <Application>Microsoft Office PowerPoint</Application>
  <PresentationFormat>Widescreen</PresentationFormat>
  <Paragraphs>90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DM Sans</vt:lpstr>
      <vt:lpstr>OpenSymbol</vt:lpstr>
      <vt:lpstr>Tahoma</vt:lpstr>
      <vt:lpstr>Office Theme</vt:lpstr>
      <vt:lpstr>PowerPoint Presentation</vt:lpstr>
      <vt:lpstr>PROJECT OBJECTIVES</vt:lpstr>
      <vt:lpstr>ARCHITECTURE OF THE PROJECT</vt:lpstr>
      <vt:lpstr>GIT PUBLIC REPOSITORY</vt:lpstr>
      <vt:lpstr>DATA ACQUISITION</vt:lpstr>
      <vt:lpstr>DATA CLEANING</vt:lpstr>
      <vt:lpstr>FEATURE ENGINEERING</vt:lpstr>
      <vt:lpstr>DATA PREPROCESSING</vt:lpstr>
      <vt:lpstr>CONTI.</vt:lpstr>
      <vt:lpstr>FINAL LOOK OF DATASET</vt:lpstr>
      <vt:lpstr>DATABASE</vt:lpstr>
      <vt:lpstr>TESTING OF THE SYSTEM</vt:lpstr>
      <vt:lpstr>DATA INSIGHTS</vt:lpstr>
      <vt:lpstr>CONTI.</vt:lpstr>
      <vt:lpstr>A MULTI-SOURCE VIDEO GAME POPULARITY ANALYSIS USING STEAM PLAYER DATA AND GOOGLE TRENDS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12</cp:revision>
  <dcterms:created xsi:type="dcterms:W3CDTF">2026-04-13T13:37:22Z</dcterms:created>
  <dcterms:modified xsi:type="dcterms:W3CDTF">2026-04-13T15:13:04Z</dcterms:modified>
</cp:coreProperties>
</file>